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76"/>
  </p:notesMasterIdLst>
  <p:handoutMasterIdLst>
    <p:handoutMasterId r:id="rId77"/>
  </p:handoutMasterIdLst>
  <p:sldIdLst>
    <p:sldId id="338" r:id="rId5"/>
    <p:sldId id="327" r:id="rId6"/>
    <p:sldId id="315" r:id="rId7"/>
    <p:sldId id="329" r:id="rId8"/>
    <p:sldId id="302" r:id="rId9"/>
    <p:sldId id="339" r:id="rId10"/>
    <p:sldId id="340" r:id="rId11"/>
    <p:sldId id="341" r:id="rId12"/>
    <p:sldId id="342" r:id="rId13"/>
    <p:sldId id="343" r:id="rId14"/>
    <p:sldId id="344" r:id="rId15"/>
    <p:sldId id="345" r:id="rId16"/>
    <p:sldId id="346" r:id="rId17"/>
    <p:sldId id="347" r:id="rId18"/>
    <p:sldId id="348" r:id="rId19"/>
    <p:sldId id="349" r:id="rId20"/>
    <p:sldId id="350" r:id="rId21"/>
    <p:sldId id="351" r:id="rId22"/>
    <p:sldId id="352" r:id="rId23"/>
    <p:sldId id="353" r:id="rId24"/>
    <p:sldId id="354" r:id="rId25"/>
    <p:sldId id="355" r:id="rId26"/>
    <p:sldId id="356" r:id="rId27"/>
    <p:sldId id="357" r:id="rId28"/>
    <p:sldId id="358" r:id="rId29"/>
    <p:sldId id="359" r:id="rId30"/>
    <p:sldId id="360" r:id="rId31"/>
    <p:sldId id="361" r:id="rId32"/>
    <p:sldId id="362" r:id="rId33"/>
    <p:sldId id="363" r:id="rId34"/>
    <p:sldId id="366" r:id="rId35"/>
    <p:sldId id="367" r:id="rId36"/>
    <p:sldId id="368" r:id="rId37"/>
    <p:sldId id="369" r:id="rId38"/>
    <p:sldId id="370" r:id="rId39"/>
    <p:sldId id="371" r:id="rId40"/>
    <p:sldId id="372" r:id="rId41"/>
    <p:sldId id="373" r:id="rId42"/>
    <p:sldId id="374" r:id="rId43"/>
    <p:sldId id="375" r:id="rId44"/>
    <p:sldId id="376" r:id="rId45"/>
    <p:sldId id="377" r:id="rId46"/>
    <p:sldId id="378" r:id="rId47"/>
    <p:sldId id="379" r:id="rId48"/>
    <p:sldId id="380" r:id="rId49"/>
    <p:sldId id="381" r:id="rId50"/>
    <p:sldId id="382" r:id="rId51"/>
    <p:sldId id="383" r:id="rId52"/>
    <p:sldId id="384" r:id="rId53"/>
    <p:sldId id="385" r:id="rId54"/>
    <p:sldId id="386" r:id="rId55"/>
    <p:sldId id="387" r:id="rId56"/>
    <p:sldId id="388" r:id="rId57"/>
    <p:sldId id="389" r:id="rId58"/>
    <p:sldId id="390" r:id="rId59"/>
    <p:sldId id="391" r:id="rId60"/>
    <p:sldId id="392" r:id="rId61"/>
    <p:sldId id="393" r:id="rId62"/>
    <p:sldId id="394" r:id="rId63"/>
    <p:sldId id="398" r:id="rId64"/>
    <p:sldId id="399" r:id="rId65"/>
    <p:sldId id="400" r:id="rId66"/>
    <p:sldId id="401" r:id="rId67"/>
    <p:sldId id="402" r:id="rId68"/>
    <p:sldId id="403" r:id="rId69"/>
    <p:sldId id="404" r:id="rId70"/>
    <p:sldId id="405" r:id="rId71"/>
    <p:sldId id="406" r:id="rId72"/>
    <p:sldId id="407" r:id="rId73"/>
    <p:sldId id="364" r:id="rId74"/>
    <p:sldId id="304" r:id="rId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2DA5DB-A1E8-44C5-8E61-67E084E632D2}" v="112" dt="2026-10-06T13:35:24.728"/>
    <p1510:client id="{F2F45315-058A-45DF-9275-3F9E46FC715B}" v="9" dt="2026-10-08T10:43:52.27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9" d="100"/>
          <a:sy n="69" d="100"/>
        </p:scale>
        <p:origin x="484" y="4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82"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54.png"/><Relationship Id="rId4" Type="http://schemas.openxmlformats.org/officeDocument/2006/relationships/image" Target="../media/image53.png"/></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57.png"/><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60.png"/><Relationship Id="rId4" Type="http://schemas.openxmlformats.org/officeDocument/2006/relationships/image" Target="../media/image59.png"/></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63.png"/><Relationship Id="rId4" Type="http://schemas.openxmlformats.org/officeDocument/2006/relationships/image" Target="../media/image62.png"/></Relationships>
</file>

<file path=ppt/slides/_rels/slide5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66.png"/><Relationship Id="rId4" Type="http://schemas.openxmlformats.org/officeDocument/2006/relationships/image" Target="../media/image65.png"/></Relationships>
</file>

<file path=ppt/slides/_rels/slide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69.png"/><Relationship Id="rId4" Type="http://schemas.openxmlformats.org/officeDocument/2006/relationships/image" Target="../media/image68.png"/></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2.png"/><Relationship Id="rId4" Type="http://schemas.openxmlformats.org/officeDocument/2006/relationships/image" Target="../media/image71.png"/></Relationships>
</file>

<file path=ppt/slides/_rels/slide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5.png"/><Relationship Id="rId4" Type="http://schemas.openxmlformats.org/officeDocument/2006/relationships/image" Target="../media/image74.png"/></Relationships>
</file>

<file path=ppt/slides/_rels/slide5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8.png"/><Relationship Id="rId4" Type="http://schemas.openxmlformats.org/officeDocument/2006/relationships/image" Target="../media/image77.png"/></Relationships>
</file>

<file path=ppt/slides/_rels/slide5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1.png"/><Relationship Id="rId4" Type="http://schemas.openxmlformats.org/officeDocument/2006/relationships/image" Target="../media/image80.png"/></Relationships>
</file>

<file path=ppt/slides/_rels/slide5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4.png"/><Relationship Id="rId4" Type="http://schemas.openxmlformats.org/officeDocument/2006/relationships/image" Target="../media/image83.png"/></Relationships>
</file>

<file path=ppt/slides/_rels/slide5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7.png"/><Relationship Id="rId4" Type="http://schemas.openxmlformats.org/officeDocument/2006/relationships/image" Target="../media/image86.png"/></Relationships>
</file>

<file path=ppt/slides/_rels/slide5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90.png"/><Relationship Id="rId4" Type="http://schemas.openxmlformats.org/officeDocument/2006/relationships/image" Target="../media/image89.png"/></Relationships>
</file>

<file path=ppt/slides/_rels/slide5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93.png"/><Relationship Id="rId4" Type="http://schemas.openxmlformats.org/officeDocument/2006/relationships/image" Target="../media/image92.png"/></Relationships>
</file>

<file path=ppt/slides/_rels/slide6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5.png"/></Relationships>
</file>

<file path=ppt/slides/_rels/slide6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7.png"/></Relationships>
</file>

<file path=ppt/slides/_rels/slide6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9.png"/></Relationships>
</file>

<file path=ppt/slides/_rels/slide6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1.png"/></Relationships>
</file>

<file path=ppt/slides/_rels/slide6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3.png"/></Relationships>
</file>

<file path=ppt/slides/_rels/slide6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5.png"/></Relationships>
</file>

<file path=ppt/slides/_rels/slide6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7.png"/></Relationships>
</file>

<file path=ppt/slides/_rels/slide6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0.xml.rels><?xml version="1.0" encoding="UTF-8" standalone="yes"?>
<Relationships xmlns="http://schemas.openxmlformats.org/package/2006/relationships"><Relationship Id="rId3" Type="http://schemas.openxmlformats.org/officeDocument/2006/relationships/hyperlink" Target="https://github.com/Adrika-Chattopadhyay/Healthcare-Analytics-for-Doctor-Visit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629111" y="2983759"/>
            <a:ext cx="10562889" cy="1003737"/>
          </a:xfrm>
        </p:spPr>
        <p:txBody>
          <a:bodyPr vert="horz" lIns="91440" tIns="45720" rIns="91440" bIns="45720" rtlCol="0" anchor="t">
            <a:normAutofit/>
          </a:bodyPr>
          <a:lstStyle/>
          <a:p>
            <a:r>
              <a:rPr lang="en-US" sz="1900" dirty="0">
                <a:solidFill>
                  <a:schemeClr val="tx1"/>
                </a:solidFill>
              </a:rPr>
              <a:t>Student Name – ADRIKA CHATTOPADHYAY</a:t>
            </a:r>
          </a:p>
          <a:p>
            <a:r>
              <a:rPr lang="en-US" sz="1900" dirty="0">
                <a:solidFill>
                  <a:schemeClr val="tx1"/>
                </a:solidFill>
              </a:rPr>
              <a:t>College Name – UNIVERSITY INSTITUTE OF TECHNOLOGY, THE UNIVERSITY OF BURDWAN</a:t>
            </a:r>
            <a:endParaRPr lang="en-US" sz="1900" b="0" dirty="0">
              <a:solidFill>
                <a:schemeClr val="tx1"/>
              </a:solidFill>
            </a:endParaRPr>
          </a:p>
          <a:p>
            <a:endParaRPr lang="en-US" sz="190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100791" y="2243593"/>
            <a:ext cx="10881360" cy="743448"/>
          </a:xfrm>
        </p:spPr>
        <p:txBody>
          <a:bodyPr>
            <a:normAutofit/>
          </a:bodyPr>
          <a:lstStyle/>
          <a:p>
            <a:r>
              <a:rPr lang="en-GB" sz="3200" dirty="0"/>
              <a:t>Healthcare Analytics for Doctor Visits_TIRTC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920E0ED3-9D89-8914-8D30-605A4E4A14E9}"/>
              </a:ext>
            </a:extLst>
          </p:cNvPr>
          <p:cNvSpPr txBox="1"/>
          <p:nvPr/>
        </p:nvSpPr>
        <p:spPr>
          <a:xfrm>
            <a:off x="1741895" y="4089581"/>
            <a:ext cx="67899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AICTE STU ID : </a:t>
            </a:r>
            <a:r>
              <a:rPr lang="en-US" b="1" dirty="0">
                <a:solidFill>
                  <a:srgbClr val="333333"/>
                </a:solidFill>
                <a:highlight>
                  <a:srgbClr val="FFFFFF"/>
                </a:highlight>
              </a:rPr>
              <a:t>STU6a6ca87b25a2b1785505915</a:t>
            </a:r>
            <a:endParaRPr lang="en-US"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97840" y="1347236"/>
            <a:ext cx="8585200" cy="4979587"/>
          </a:xfrm>
        </p:spPr>
        <p:txBody>
          <a:bodyPr vert="horz" lIns="91440" tIns="45720" rIns="91440" bIns="45720" rtlCol="0" anchor="t">
            <a:noAutofit/>
          </a:bodyPr>
          <a:lstStyle/>
          <a:p>
            <a:pPr marL="0" indent="0" algn="just">
              <a:lnSpc>
                <a:spcPct val="130000"/>
              </a:lnSpc>
              <a:buNone/>
            </a:pPr>
            <a:r>
              <a:rPr lang="en-IN" sz="1700" dirty="0">
                <a:ea typeface="+mn-lt"/>
                <a:cs typeface="+mn-lt"/>
              </a:rPr>
              <a:t>Healthcare providers and policy-makers lack clear, data-driven insights into the specific drivers of patient doctor visits. Specifically, it is unclear how individual demographics (age, gender), health indicators (number of illnesses, self-reported health scores, presence of chronic or long-term chronic conditions), and socioeconomic factors (income level, insurance status) interact to influence healthcare-seeking </a:t>
            </a:r>
            <a:r>
              <a:rPr lang="en-IN" sz="1700" dirty="0" err="1">
                <a:ea typeface="+mn-lt"/>
                <a:cs typeface="+mn-lt"/>
              </a:rPr>
              <a:t>behavior</a:t>
            </a:r>
            <a:r>
              <a:rPr lang="en-IN" sz="1700" dirty="0">
                <a:ea typeface="+mn-lt"/>
                <a:cs typeface="+mn-lt"/>
              </a:rPr>
              <a:t>.</a:t>
            </a:r>
            <a:endParaRPr lang="en-US" sz="1700"/>
          </a:p>
          <a:p>
            <a:pPr marL="0" indent="0" algn="just">
              <a:lnSpc>
                <a:spcPct val="130000"/>
              </a:lnSpc>
              <a:buNone/>
            </a:pPr>
            <a:r>
              <a:rPr lang="en-IN" sz="1700" dirty="0">
                <a:ea typeface="+mn-lt"/>
                <a:cs typeface="+mn-lt"/>
              </a:rPr>
              <a:t>Without understanding these relationships, healthcare facilities cannot optimize resource allocation, design targeted preventive health programs, or effectively mitigate health disparities among vulnerable groups.</a:t>
            </a:r>
            <a:endParaRPr lang="en-IN" sz="1700"/>
          </a:p>
          <a:p>
            <a:pPr marL="0" indent="0" algn="just">
              <a:lnSpc>
                <a:spcPct val="130000"/>
              </a:lnSpc>
              <a:buNone/>
            </a:pPr>
            <a:r>
              <a:rPr lang="en-IN" sz="1700" dirty="0">
                <a:ea typeface="+mn-lt"/>
                <a:cs typeface="+mn-lt"/>
              </a:rPr>
              <a:t>The problem is to </a:t>
            </a:r>
            <a:r>
              <a:rPr lang="en-IN" sz="1700" dirty="0" err="1">
                <a:ea typeface="+mn-lt"/>
                <a:cs typeface="+mn-lt"/>
              </a:rPr>
              <a:t>analyze</a:t>
            </a:r>
            <a:r>
              <a:rPr lang="en-IN" sz="1700" dirty="0">
                <a:ea typeface="+mn-lt"/>
                <a:cs typeface="+mn-lt"/>
              </a:rPr>
              <a:t> the given healthcare dataset and investigate the primary factors that significantly influence the frequency of doctor visits by identifying meaningful patterns, trends, relationships and variations within the available data.</a:t>
            </a:r>
          </a:p>
          <a:p>
            <a:pPr marL="0" indent="0">
              <a:lnSpc>
                <a:spcPct val="150000"/>
              </a:lnSpc>
              <a:buNone/>
            </a:pPr>
            <a:endParaRPr lang="en-IN" sz="16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6751B961-E1BA-7D9E-9FD9-32345169E91A}"/>
              </a:ext>
            </a:extLst>
          </p:cNvPr>
          <p:cNvSpPr txBox="1"/>
          <p:nvPr/>
        </p:nvSpPr>
        <p:spPr>
          <a:xfrm>
            <a:off x="697593" y="2190750"/>
            <a:ext cx="8514442" cy="353943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dirty="0">
                <a:ea typeface="+mn-lt"/>
                <a:cs typeface="+mn-lt"/>
              </a:rPr>
              <a:t>This project uses Python, Pandas, and data </a:t>
            </a:r>
            <a:r>
              <a:rPr lang="en-US" sz="2800" dirty="0" err="1">
                <a:ea typeface="+mn-lt"/>
                <a:cs typeface="+mn-lt"/>
              </a:rPr>
              <a:t>visualisation</a:t>
            </a:r>
            <a:r>
              <a:rPr lang="en-US" sz="2800" dirty="0">
                <a:ea typeface="+mn-lt"/>
                <a:cs typeface="+mn-lt"/>
              </a:rPr>
              <a:t> to analyze doctor visit patterns. It explores how illness, health status, age groups, and chronic conditions are associated with healthcare utilization. The insights help hospital management understand patient needs and identify opportunities to improve healthcare services.</a:t>
            </a:r>
            <a:endParaRPr lang="en-US" sz="2800" dirty="0"/>
          </a:p>
          <a:p>
            <a:pPr algn="l"/>
            <a:endParaRPr lang="en-US" sz="28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vert="horz" lIns="91440" tIns="45720" rIns="91440" bIns="45720" rtlCol="0" anchor="t">
            <a:normAutofit/>
          </a:bodyPr>
          <a:lstStyle/>
          <a:p>
            <a:pPr algn="just">
              <a:lnSpc>
                <a:spcPct val="150000"/>
              </a:lnSpc>
            </a:pPr>
            <a:r>
              <a:rPr lang="en-IN" sz="2800" dirty="0">
                <a:ea typeface="+mn-lt"/>
                <a:cs typeface="+mn-lt"/>
              </a:rPr>
              <a:t>Hospital management and administrators.</a:t>
            </a:r>
          </a:p>
          <a:p>
            <a:pPr algn="just">
              <a:lnSpc>
                <a:spcPct val="150000"/>
              </a:lnSpc>
            </a:pPr>
            <a:r>
              <a:rPr lang="en-IN" sz="2800" dirty="0">
                <a:ea typeface="+mn-lt"/>
                <a:cs typeface="+mn-lt"/>
              </a:rPr>
              <a:t>Doctors and healthcare professionals.</a:t>
            </a:r>
          </a:p>
          <a:p>
            <a:pPr algn="just">
              <a:lnSpc>
                <a:spcPct val="150000"/>
              </a:lnSpc>
            </a:pPr>
            <a:r>
              <a:rPr lang="en-IN" sz="2800" dirty="0">
                <a:ea typeface="+mn-lt"/>
                <a:cs typeface="+mn-lt"/>
              </a:rPr>
              <a:t>Healthcare planners and data analysts.</a:t>
            </a:r>
          </a:p>
          <a:p>
            <a:pPr algn="just">
              <a:lnSpc>
                <a:spcPct val="150000"/>
              </a:lnSpc>
            </a:pPr>
            <a:r>
              <a:rPr lang="en-IN" sz="2800" dirty="0">
                <a:ea typeface="+mn-lt"/>
                <a:cs typeface="+mn-lt"/>
              </a:rPr>
              <a:t>Public health organizations</a:t>
            </a:r>
            <a:endParaRPr lang="en-IN" sz="280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4938" y="1310640"/>
            <a:ext cx="9027702" cy="5243448"/>
          </a:xfrm>
        </p:spPr>
        <p:txBody>
          <a:bodyPr vert="horz" lIns="91440" tIns="45720" rIns="91440" bIns="45720" rtlCol="0" anchor="t">
            <a:normAutofit/>
          </a:bodyPr>
          <a:lstStyle/>
          <a:p>
            <a:pPr lvl="1">
              <a:lnSpc>
                <a:spcPct val="150000"/>
              </a:lnSpc>
            </a:pPr>
            <a:r>
              <a:rPr lang="en-IN" sz="2800"/>
              <a:t>Python</a:t>
            </a:r>
            <a:endParaRPr lang="en-US" sz="2800">
              <a:solidFill>
                <a:srgbClr val="000000"/>
              </a:solidFill>
            </a:endParaRPr>
          </a:p>
          <a:p>
            <a:pPr lvl="1">
              <a:lnSpc>
                <a:spcPct val="150000"/>
              </a:lnSpc>
            </a:pPr>
            <a:r>
              <a:rPr lang="en-IN" sz="2800" dirty="0"/>
              <a:t>Pandas</a:t>
            </a:r>
            <a:endParaRPr lang="en-IN" sz="2800" dirty="0">
              <a:solidFill>
                <a:srgbClr val="000000"/>
              </a:solidFill>
            </a:endParaRPr>
          </a:p>
          <a:p>
            <a:pPr lvl="1">
              <a:lnSpc>
                <a:spcPct val="150000"/>
              </a:lnSpc>
            </a:pPr>
            <a:r>
              <a:rPr lang="en-IN" sz="2800" dirty="0"/>
              <a:t>Matplotlib</a:t>
            </a:r>
            <a:endParaRPr lang="en-IN" sz="2800" dirty="0">
              <a:solidFill>
                <a:srgbClr val="000000"/>
              </a:solidFill>
            </a:endParaRPr>
          </a:p>
          <a:p>
            <a:pPr lvl="1">
              <a:lnSpc>
                <a:spcPct val="150000"/>
              </a:lnSpc>
            </a:pPr>
            <a:r>
              <a:rPr lang="en-IN" sz="2800"/>
              <a:t>Seaborn</a:t>
            </a:r>
            <a:endParaRPr lang="en-IN" sz="2800">
              <a:solidFill>
                <a:srgbClr val="000000"/>
              </a:solidFill>
            </a:endParaRPr>
          </a:p>
          <a:p>
            <a:pPr lvl="1">
              <a:lnSpc>
                <a:spcPct val="150000"/>
              </a:lnSpc>
            </a:pPr>
            <a:r>
              <a:rPr lang="en-IN" sz="2800"/>
              <a:t>Num Py</a:t>
            </a:r>
            <a:endParaRPr lang="en-US" sz="2800">
              <a:solidFill>
                <a:srgbClr val="000000"/>
              </a:solidFill>
            </a:endParaRP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9B9DEEAA-C8DB-F711-4273-D06860F3E4B4}"/>
              </a:ext>
            </a:extLst>
          </p:cNvPr>
          <p:cNvPicPr>
            <a:picLocks noChangeAspect="1"/>
          </p:cNvPicPr>
          <p:nvPr/>
        </p:nvPicPr>
        <p:blipFill>
          <a:blip r:embed="rId3"/>
          <a:srcRect t="28178" r="262"/>
          <a:stretch>
            <a:fillRect/>
          </a:stretch>
        </p:blipFill>
        <p:spPr>
          <a:xfrm>
            <a:off x="671870" y="1269879"/>
            <a:ext cx="6850545" cy="49255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97C87-10D1-69F2-038E-2583E977966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A0175B0-AF14-9686-581F-AA2A5ADA852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6348AD4-D34B-CDF2-CF44-4232E6CCD52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C29A9F3-9511-5081-18A8-A3FE1D5765C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459949F-3B74-C427-8639-5376E15CBD3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1A0285A4-DD5A-173E-65F9-1334FA7DAC3E}"/>
              </a:ext>
            </a:extLst>
          </p:cNvPr>
          <p:cNvPicPr>
            <a:picLocks noChangeAspect="1"/>
          </p:cNvPicPr>
          <p:nvPr/>
        </p:nvPicPr>
        <p:blipFill>
          <a:blip r:embed="rId3"/>
          <a:stretch>
            <a:fillRect/>
          </a:stretch>
        </p:blipFill>
        <p:spPr>
          <a:xfrm>
            <a:off x="858562" y="1209123"/>
            <a:ext cx="7482094" cy="6187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9898FBBA-127A-6B3C-A746-86D2EF2510A8}"/>
              </a:ext>
            </a:extLst>
          </p:cNvPr>
          <p:cNvPicPr>
            <a:picLocks noChangeAspect="1"/>
          </p:cNvPicPr>
          <p:nvPr/>
        </p:nvPicPr>
        <p:blipFill>
          <a:blip r:embed="rId4"/>
          <a:stretch>
            <a:fillRect/>
          </a:stretch>
        </p:blipFill>
        <p:spPr>
          <a:xfrm>
            <a:off x="859182" y="1839913"/>
            <a:ext cx="7480852" cy="45475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51199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B2B96-1A44-CE5B-9371-6A1D66DE437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D5F59CE-1A38-C489-BCA7-5E958F4669A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69BDC65-4515-2D98-49B8-1BBEC79F389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CF2A66D-D6E8-3A90-59B3-37904482B4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73A9A7C-3982-A5F1-536C-A47D73EBE4C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E73F382-61A8-FE7A-2B5F-60D324244017}"/>
              </a:ext>
            </a:extLst>
          </p:cNvPr>
          <p:cNvPicPr>
            <a:picLocks noChangeAspect="1"/>
          </p:cNvPicPr>
          <p:nvPr/>
        </p:nvPicPr>
        <p:blipFill>
          <a:blip r:embed="rId3"/>
          <a:stretch>
            <a:fillRect/>
          </a:stretch>
        </p:blipFill>
        <p:spPr>
          <a:xfrm>
            <a:off x="679242" y="1208710"/>
            <a:ext cx="7741340" cy="53461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2958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217F0-D3F5-FA8E-3D08-109518036E5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7C7273B-E3AD-3E5D-DA8E-C4017100716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B8AF3E8-2511-C3AD-AD0F-FFF05CB8FB4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F533BBC-959E-07B8-5EA1-B67D3B710D5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85D4A1D-CD32-91A1-B9A4-ECFBF3EAE99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F7C3D0D-D245-9A6C-FD1C-F32D9B17091B}"/>
              </a:ext>
            </a:extLst>
          </p:cNvPr>
          <p:cNvPicPr>
            <a:picLocks noChangeAspect="1"/>
          </p:cNvPicPr>
          <p:nvPr/>
        </p:nvPicPr>
        <p:blipFill>
          <a:blip r:embed="rId3"/>
          <a:stretch>
            <a:fillRect/>
          </a:stretch>
        </p:blipFill>
        <p:spPr>
          <a:xfrm>
            <a:off x="837510" y="1195940"/>
            <a:ext cx="7259154" cy="52722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7521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1145B-565C-C835-B40A-2B97B65CF1B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AB35CD7-D43F-8B36-C698-81D0FD69CBC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06C7A-707F-A000-23F1-2082B376865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B1E6BF2-1CB2-33B9-B890-F2A13CF2F59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4C666B0-6517-DB89-31B9-AB2A01A8F2F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CCE6A6F9-88AF-80BC-B5B4-8D3128B39214}"/>
              </a:ext>
            </a:extLst>
          </p:cNvPr>
          <p:cNvPicPr>
            <a:picLocks noChangeAspect="1"/>
          </p:cNvPicPr>
          <p:nvPr/>
        </p:nvPicPr>
        <p:blipFill>
          <a:blip r:embed="rId3"/>
          <a:stretch>
            <a:fillRect/>
          </a:stretch>
        </p:blipFill>
        <p:spPr>
          <a:xfrm>
            <a:off x="794647" y="1202428"/>
            <a:ext cx="7135053" cy="52703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01248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08E82-53F7-C4B9-AF82-E2592BC0376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663E593-A6B0-25E4-3FF5-F3EB717A84B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3D8C07B-166B-E3E4-0E55-4F1361046D2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6323A7F-D98E-053C-0231-96E86239F92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BBB4727-B0BF-E9F6-17FE-C7C3DA7E0FC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33F4AAAA-F9B0-D5B8-0A06-9B408B803B44}"/>
              </a:ext>
            </a:extLst>
          </p:cNvPr>
          <p:cNvPicPr>
            <a:picLocks noChangeAspect="1"/>
          </p:cNvPicPr>
          <p:nvPr/>
        </p:nvPicPr>
        <p:blipFill>
          <a:blip r:embed="rId3"/>
          <a:stretch>
            <a:fillRect/>
          </a:stretch>
        </p:blipFill>
        <p:spPr>
          <a:xfrm>
            <a:off x="778013" y="1070389"/>
            <a:ext cx="7875104" cy="56007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58461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91FA0-E14E-8926-2485-C68E4ABD872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4748E25-A1E2-03D2-97F6-587C5E0B7DA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4CDA5D0-4774-88F5-48DB-D91ED1B4C03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3998297-24F5-91EE-6FB5-6FD62B920BE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9A31953-18A8-2263-1605-CC93FF5E375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77606569-9644-F9E6-8416-F9B6A5DF81D5}"/>
              </a:ext>
            </a:extLst>
          </p:cNvPr>
          <p:cNvPicPr>
            <a:picLocks noChangeAspect="1"/>
          </p:cNvPicPr>
          <p:nvPr/>
        </p:nvPicPr>
        <p:blipFill>
          <a:blip r:embed="rId3"/>
          <a:stretch>
            <a:fillRect/>
          </a:stretch>
        </p:blipFill>
        <p:spPr>
          <a:xfrm>
            <a:off x="676827" y="1090474"/>
            <a:ext cx="7337563" cy="5229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82719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AE82F-4D35-1762-EB77-9F96F125483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8172A47-FBE8-2581-08A3-FD53C60732C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13FF169-1E67-0575-8C54-06C364FA77F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6F70D9F-01BC-B39A-88D2-9EBECB93642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BC95CF5-1004-5D35-1C6D-5F410F902B2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214DF3A-0048-1D4F-2E3C-BB975B4A0F1E}"/>
              </a:ext>
            </a:extLst>
          </p:cNvPr>
          <p:cNvPicPr>
            <a:picLocks noChangeAspect="1"/>
          </p:cNvPicPr>
          <p:nvPr/>
        </p:nvPicPr>
        <p:blipFill>
          <a:blip r:embed="rId3"/>
          <a:stretch>
            <a:fillRect/>
          </a:stretch>
        </p:blipFill>
        <p:spPr>
          <a:xfrm>
            <a:off x="800307" y="1200564"/>
            <a:ext cx="7631733" cy="52740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5697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B652F-FB92-84A1-F871-4187581DC7D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308BE6F-800F-6E1E-19EA-83FFFC34DC5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49008A1-2536-2D13-FF24-5CE541319C4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BADCC56-CF9C-D8DF-700A-8818031195E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2EE6284-8DE4-C8A5-81AD-DAF379BB266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E6147C7D-A60D-3725-70F7-539BF06AFFD3}"/>
              </a:ext>
            </a:extLst>
          </p:cNvPr>
          <p:cNvPicPr>
            <a:picLocks noChangeAspect="1"/>
          </p:cNvPicPr>
          <p:nvPr/>
        </p:nvPicPr>
        <p:blipFill>
          <a:blip r:embed="rId3"/>
          <a:stretch>
            <a:fillRect/>
          </a:stretch>
        </p:blipFill>
        <p:spPr>
          <a:xfrm>
            <a:off x="881959" y="1203808"/>
            <a:ext cx="7192342" cy="51129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9946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CB9D8-519C-88C9-6F32-DDED0750508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0E793E7-5F95-B2D0-3DCD-41BC7546A72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714F9D4-E2D0-1967-3979-BBF39044284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CDE14B2-02C0-6FC5-AD68-ACC76EEF94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249BB85-0C03-1B34-63AE-47C011AAC65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1C1E6FE0-616C-2ED6-5040-9A931D27F3FB}"/>
              </a:ext>
            </a:extLst>
          </p:cNvPr>
          <p:cNvPicPr>
            <a:picLocks noChangeAspect="1"/>
          </p:cNvPicPr>
          <p:nvPr/>
        </p:nvPicPr>
        <p:blipFill>
          <a:blip r:embed="rId3"/>
          <a:stretch>
            <a:fillRect/>
          </a:stretch>
        </p:blipFill>
        <p:spPr>
          <a:xfrm>
            <a:off x="881615" y="1210573"/>
            <a:ext cx="7723118" cy="5165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00189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6A727-36D7-98FD-75EC-9635F6F828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A2651AA-C8F1-27BD-57D3-A4EEB12F772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E61B64C-D0D8-2D4D-100B-A407A091DE0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416A2A3-B955-FDA3-9047-83BE89926A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7EB8D39-A80F-A0A7-BA63-813F8EFA051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AADCC89-9F82-22AC-DCA9-FA42E632AB58}"/>
              </a:ext>
            </a:extLst>
          </p:cNvPr>
          <p:cNvPicPr>
            <a:picLocks noChangeAspect="1"/>
          </p:cNvPicPr>
          <p:nvPr/>
        </p:nvPicPr>
        <p:blipFill>
          <a:blip r:embed="rId3"/>
          <a:stretch>
            <a:fillRect/>
          </a:stretch>
        </p:blipFill>
        <p:spPr>
          <a:xfrm>
            <a:off x="672893" y="1262544"/>
            <a:ext cx="8008040" cy="52053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8169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731C4-DFED-8F76-C942-CDD4535BDFC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F0F8F1-99EE-9C05-4921-92752314A63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1DF6B7A-6629-29CB-52FA-34F8E565E05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7DFA42E-AB71-E723-0280-CCDE54D575D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6D50C81-EA34-11A5-6DBF-30E353E6D5D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C8A80AEB-1D0C-3F68-E8BF-8185B686D8C6}"/>
              </a:ext>
            </a:extLst>
          </p:cNvPr>
          <p:cNvPicPr>
            <a:picLocks noChangeAspect="1"/>
          </p:cNvPicPr>
          <p:nvPr/>
        </p:nvPicPr>
        <p:blipFill>
          <a:blip r:embed="rId3"/>
          <a:stretch>
            <a:fillRect/>
          </a:stretch>
        </p:blipFill>
        <p:spPr>
          <a:xfrm>
            <a:off x="926893" y="1272071"/>
            <a:ext cx="7765083" cy="52967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4427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9F90C-A331-3BE8-CF09-008EDB0A546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B4A709-0832-3E7A-5528-F76AE4B808A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E2977F3-4AFB-DA2C-DB8A-79BD1084A1F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DEEA6B9-1195-5087-585C-CD02798EE8A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03E9252-7918-33A7-D328-46E3F7C3392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4D9D28D5-7046-B95A-C80B-B6EA76F7221F}"/>
              </a:ext>
            </a:extLst>
          </p:cNvPr>
          <p:cNvPicPr>
            <a:picLocks noChangeAspect="1"/>
          </p:cNvPicPr>
          <p:nvPr/>
        </p:nvPicPr>
        <p:blipFill>
          <a:blip r:embed="rId3"/>
          <a:stretch>
            <a:fillRect/>
          </a:stretch>
        </p:blipFill>
        <p:spPr>
          <a:xfrm>
            <a:off x="672893" y="1256264"/>
            <a:ext cx="8074301" cy="53172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72913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C1951-44C0-7081-F9F1-0E7BAE59737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3B5BC63-4C89-3606-E3EB-BB8E272A799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6F586AB-F455-43EA-2E47-5C5676F1F8B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956ABC4-5DBA-C3DD-2B7A-D88457E05B1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BFC6E58-364F-3DEB-17EA-51EE082B96C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B5DD7B9-1A83-0511-F683-3914FE84CA86}"/>
              </a:ext>
            </a:extLst>
          </p:cNvPr>
          <p:cNvPicPr>
            <a:picLocks noChangeAspect="1"/>
          </p:cNvPicPr>
          <p:nvPr/>
        </p:nvPicPr>
        <p:blipFill>
          <a:blip r:embed="rId3"/>
          <a:stretch>
            <a:fillRect/>
          </a:stretch>
        </p:blipFill>
        <p:spPr>
          <a:xfrm>
            <a:off x="677240" y="1271588"/>
            <a:ext cx="7756387" cy="67047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5A8A2E3F-4628-1031-9A9A-2322657BF82C}"/>
              </a:ext>
            </a:extLst>
          </p:cNvPr>
          <p:cNvPicPr>
            <a:picLocks noChangeAspect="1"/>
          </p:cNvPicPr>
          <p:nvPr/>
        </p:nvPicPr>
        <p:blipFill>
          <a:blip r:embed="rId4"/>
          <a:stretch>
            <a:fillRect/>
          </a:stretch>
        </p:blipFill>
        <p:spPr>
          <a:xfrm>
            <a:off x="678277" y="1952625"/>
            <a:ext cx="7754316" cy="47197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90144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C187A-7CF6-BF0C-3BC0-7AD0F78B82C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4992DFC-2226-D8D1-D990-CE56E59ACDC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D2C6B18-6AB4-B496-F7EF-2F30E4615D0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6F49E1E-5CB1-C030-7C21-B964872AFE7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19D7749-DED3-5C36-D12C-61507D34880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C47CFFE-0778-007B-FB2C-D299930CA579}"/>
              </a:ext>
            </a:extLst>
          </p:cNvPr>
          <p:cNvPicPr>
            <a:picLocks noChangeAspect="1"/>
          </p:cNvPicPr>
          <p:nvPr/>
        </p:nvPicPr>
        <p:blipFill>
          <a:blip r:embed="rId3"/>
          <a:stretch>
            <a:fillRect/>
          </a:stretch>
        </p:blipFill>
        <p:spPr>
          <a:xfrm>
            <a:off x="808865" y="1256195"/>
            <a:ext cx="7460007" cy="52290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7116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02061-5B45-65F5-E834-CF63A817486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33C89E-E0C3-F76F-BD3A-94CAA83167F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5E1DEED-7924-415A-8A07-4DEAE86CD06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8074CD5-28DF-57FF-C5DA-667630158FF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DA998D6-0B7B-55CA-CACF-2ECB224412D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64F7506-0229-338E-F074-0BB21C13979C}"/>
              </a:ext>
            </a:extLst>
          </p:cNvPr>
          <p:cNvPicPr>
            <a:picLocks noChangeAspect="1"/>
          </p:cNvPicPr>
          <p:nvPr/>
        </p:nvPicPr>
        <p:blipFill>
          <a:blip r:embed="rId3"/>
          <a:stretch>
            <a:fillRect/>
          </a:stretch>
        </p:blipFill>
        <p:spPr>
          <a:xfrm>
            <a:off x="846965" y="1201668"/>
            <a:ext cx="7549459" cy="54706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1843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FE31A-E24C-C454-4244-928B4E3E793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AC26724-F65A-4780-4C5D-4FAD239CFE4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8FE5DA7-5E11-D1D1-6DB8-14BCE14D689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FB70773-90C4-C5D1-503C-A03FFE8826C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4A278A2-C01E-72D0-F371-7E4D98BD962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1FF45186-5BCE-B183-8A85-1000E5501FBA}"/>
              </a:ext>
            </a:extLst>
          </p:cNvPr>
          <p:cNvPicPr>
            <a:picLocks noChangeAspect="1"/>
          </p:cNvPicPr>
          <p:nvPr/>
        </p:nvPicPr>
        <p:blipFill>
          <a:blip r:embed="rId3"/>
          <a:stretch>
            <a:fillRect/>
          </a:stretch>
        </p:blipFill>
        <p:spPr>
          <a:xfrm>
            <a:off x="856283" y="1218785"/>
            <a:ext cx="8038824" cy="52486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19001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5CF74-F4C5-6FF6-75D9-987C411425D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F5EC3A-B6A4-35E8-319B-C64486553AC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67E2FA8-6CA3-C503-7A08-54B320D4914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0264EFF-A5C1-1EC5-74BE-5256FF2E44B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6BBAE37-4CF8-6DCC-1ADA-7EAC54FD809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7CB2058B-325E-8FDD-15E7-91C09358E194}"/>
              </a:ext>
            </a:extLst>
          </p:cNvPr>
          <p:cNvPicPr>
            <a:picLocks noChangeAspect="1"/>
          </p:cNvPicPr>
          <p:nvPr/>
        </p:nvPicPr>
        <p:blipFill>
          <a:blip r:embed="rId3"/>
          <a:stretch>
            <a:fillRect/>
          </a:stretch>
        </p:blipFill>
        <p:spPr>
          <a:xfrm>
            <a:off x="900117" y="1203738"/>
            <a:ext cx="7973245" cy="52787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5897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FD2FA-859F-4045-4A3F-1AF9D78B90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3878154-6F38-66A7-6066-B4CA3CEF25F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B120197-520B-AA1D-A67D-9BB9C9AD6AA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39F10C5-7BAF-1778-E7A5-3052FC6520A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4E3EE7C-2CA6-FD96-88FB-A5A30454C8E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B740E676-47E1-A6AB-2D71-6B840DA40128}"/>
              </a:ext>
            </a:extLst>
          </p:cNvPr>
          <p:cNvPicPr>
            <a:picLocks noChangeAspect="1"/>
          </p:cNvPicPr>
          <p:nvPr/>
        </p:nvPicPr>
        <p:blipFill>
          <a:blip r:embed="rId3"/>
          <a:stretch>
            <a:fillRect/>
          </a:stretch>
        </p:blipFill>
        <p:spPr>
          <a:xfrm>
            <a:off x="788504" y="1270552"/>
            <a:ext cx="7511774" cy="52003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7005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3A3EA-F24E-F643-5364-0F82D47CDAA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A772032-FDC6-F6C3-93B8-4C598E7AF0E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22FDB78-C2D5-62F5-242D-048E68365F4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C5987EC-52D5-2333-C3A0-926FC6B5BE4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9A32B20-4F54-8CFB-8C18-F9B38C87E4A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93BDC6F-FD63-43B7-4743-CAF1D955B693}"/>
              </a:ext>
            </a:extLst>
          </p:cNvPr>
          <p:cNvPicPr>
            <a:picLocks noChangeAspect="1"/>
          </p:cNvPicPr>
          <p:nvPr/>
        </p:nvPicPr>
        <p:blipFill>
          <a:blip r:embed="rId3"/>
          <a:stretch>
            <a:fillRect/>
          </a:stretch>
        </p:blipFill>
        <p:spPr>
          <a:xfrm>
            <a:off x="861045" y="1199735"/>
            <a:ext cx="7499211" cy="52757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41862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43BE9-2206-0E74-62C7-78E0CDAE1D7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D3E4780-18C2-C731-C1DC-53D4ED9DE4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FD090F5-41F8-80C6-D81B-F49F5A07256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14D5CCD-C91C-11B8-7E68-4C5C77F7F38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EB275DC-E771-3211-776F-7760A775AC0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D700046C-E7F6-295C-4A37-FE400A0219D0}"/>
              </a:ext>
            </a:extLst>
          </p:cNvPr>
          <p:cNvPicPr>
            <a:picLocks noChangeAspect="1"/>
          </p:cNvPicPr>
          <p:nvPr/>
        </p:nvPicPr>
        <p:blipFill>
          <a:blip r:embed="rId3"/>
          <a:stretch>
            <a:fillRect/>
          </a:stretch>
        </p:blipFill>
        <p:spPr>
          <a:xfrm>
            <a:off x="813835" y="1218578"/>
            <a:ext cx="7737198" cy="53484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8841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3C3FF-47DC-B8FD-EB72-0C2F9AE3906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BA59C8F-75F5-CDB4-76C2-EC810BBD328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5C2B6B0-1ABF-1050-65C9-1B171F1F1F1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24480C2-AC55-B76E-9753-D15D77E6EF8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C5F418D-FD70-795D-3009-EC667A32329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D78F9E3-01C4-71D2-DB10-116DAAA551EF}"/>
              </a:ext>
            </a:extLst>
          </p:cNvPr>
          <p:cNvPicPr>
            <a:picLocks noChangeAspect="1"/>
          </p:cNvPicPr>
          <p:nvPr/>
        </p:nvPicPr>
        <p:blipFill>
          <a:blip r:embed="rId3"/>
          <a:stretch>
            <a:fillRect/>
          </a:stretch>
        </p:blipFill>
        <p:spPr>
          <a:xfrm>
            <a:off x="838546" y="1218165"/>
            <a:ext cx="7908648" cy="52499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00638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E7912-5C91-0469-8F1C-1BCCD9841BD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DABAD49-5A49-86B2-C520-256E9D9BA71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0CB22D3-8EE1-1762-8395-097247C7B27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12A85B5-12A2-CD16-F00F-FD20088F0A5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DD4B03F-A313-D697-E452-95F7028F42D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9EE56E8-0DBC-5DCD-25CD-41C4FE43D7FF}"/>
              </a:ext>
            </a:extLst>
          </p:cNvPr>
          <p:cNvPicPr>
            <a:picLocks noChangeAspect="1"/>
          </p:cNvPicPr>
          <p:nvPr/>
        </p:nvPicPr>
        <p:blipFill>
          <a:blip r:embed="rId3"/>
          <a:stretch>
            <a:fillRect/>
          </a:stretch>
        </p:blipFill>
        <p:spPr>
          <a:xfrm>
            <a:off x="838546" y="1264477"/>
            <a:ext cx="7544214" cy="52014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80801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6932C-AD98-4550-6BA6-60FC96009CB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231E454-D0F1-C256-55BD-61FC3B0B79F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BD8498-C964-977B-5440-E7C746EE9B1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A512644-1AA4-A95C-7214-B1AB8EC7485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69C3303-0A19-1D95-D9D3-289637BA86E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84D724EE-066A-1A75-4C3F-E9FEC3B977A0}"/>
              </a:ext>
            </a:extLst>
          </p:cNvPr>
          <p:cNvPicPr>
            <a:picLocks noChangeAspect="1"/>
          </p:cNvPicPr>
          <p:nvPr/>
        </p:nvPicPr>
        <p:blipFill>
          <a:blip r:embed="rId3"/>
          <a:stretch>
            <a:fillRect/>
          </a:stretch>
        </p:blipFill>
        <p:spPr>
          <a:xfrm>
            <a:off x="807345" y="1274002"/>
            <a:ext cx="7937914" cy="51824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24751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FF5F1-033B-63ED-2410-E85F8F1927D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72D1958-059B-A734-4125-FC1F0224AAF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D88B8A0-441D-0B5E-C691-B5569D1DAE3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6CE3E53-07E0-A3F4-62DA-AE2A83585AB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6F0E16B-05C6-8F1B-05E0-873BFEE002D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7C84AC54-6579-60BA-7F70-0D9F99CDDF42}"/>
              </a:ext>
            </a:extLst>
          </p:cNvPr>
          <p:cNvPicPr>
            <a:picLocks noChangeAspect="1"/>
          </p:cNvPicPr>
          <p:nvPr/>
        </p:nvPicPr>
        <p:blipFill>
          <a:blip r:embed="rId3"/>
          <a:stretch>
            <a:fillRect/>
          </a:stretch>
        </p:blipFill>
        <p:spPr>
          <a:xfrm>
            <a:off x="827914" y="1195180"/>
            <a:ext cx="8283299" cy="52738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0878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F325A-C940-7C0A-1859-151F80E446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69E9534-C2A3-E9EB-0F08-C05466BEF7D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EF72A2F-F9C9-B259-DBC5-131655B2481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39F17F7-AF67-0989-4A60-39C201F5645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7D9B448-C57E-98FD-D40B-06A997D0BB5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0A4B1C2C-4C07-F2CD-9851-FE6A87250257}"/>
              </a:ext>
            </a:extLst>
          </p:cNvPr>
          <p:cNvPicPr>
            <a:picLocks noChangeAspect="1"/>
          </p:cNvPicPr>
          <p:nvPr/>
        </p:nvPicPr>
        <p:blipFill>
          <a:blip r:embed="rId3"/>
          <a:stretch>
            <a:fillRect/>
          </a:stretch>
        </p:blipFill>
        <p:spPr>
          <a:xfrm>
            <a:off x="816941" y="1265513"/>
            <a:ext cx="7454899" cy="50558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62569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44CFD-EF91-24C4-94BA-1C05ED548B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973F2AA-139A-337E-E947-0DBEFB3F2C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441A46B-DC0D-523C-363B-1883FC3B38D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53B40C2-FD70-FE4F-BD48-C7A146850F1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1CCAD39-FCDE-7864-4D10-0647C26738C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7F5A34A7-567C-FCDD-89E2-739607B299B3}"/>
              </a:ext>
            </a:extLst>
          </p:cNvPr>
          <p:cNvPicPr>
            <a:picLocks noChangeAspect="1"/>
          </p:cNvPicPr>
          <p:nvPr/>
        </p:nvPicPr>
        <p:blipFill>
          <a:blip r:embed="rId3"/>
          <a:stretch>
            <a:fillRect/>
          </a:stretch>
        </p:blipFill>
        <p:spPr>
          <a:xfrm>
            <a:off x="846758" y="1196490"/>
            <a:ext cx="7715526" cy="52711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4285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24DC5-8999-28CA-91FB-871A4BB5616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B33A7C2-1BF9-A02D-C561-F2D493A6801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524E24E-A03A-FBC3-75AF-3C7BDE8E89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336B68E-2D92-E4DA-0BA2-2DC0F030275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7222300-4AE3-1E37-29FC-88D0EEAE22B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6063EBC4-FC3D-0857-7151-5A9D87AEEB68}"/>
              </a:ext>
            </a:extLst>
          </p:cNvPr>
          <p:cNvPicPr>
            <a:picLocks noChangeAspect="1"/>
          </p:cNvPicPr>
          <p:nvPr/>
        </p:nvPicPr>
        <p:blipFill>
          <a:blip r:embed="rId3"/>
          <a:stretch>
            <a:fillRect/>
          </a:stretch>
        </p:blipFill>
        <p:spPr>
          <a:xfrm>
            <a:off x="805827" y="1264269"/>
            <a:ext cx="8393734" cy="52018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06445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62D9C-0D83-AFD5-5D34-61E24A5AB2B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090761B-FB36-B17D-39B5-0FBA6C919C7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3E33A08-E44C-E5AD-5FA6-AD2E4C8A51D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7EF749F-5367-525E-9483-A5C158D9256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0EF9920-2779-E730-3D82-3B46F8E9739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C9D35515-33A1-F95A-8396-8B65A16DE723}"/>
              </a:ext>
            </a:extLst>
          </p:cNvPr>
          <p:cNvPicPr>
            <a:picLocks noChangeAspect="1"/>
          </p:cNvPicPr>
          <p:nvPr/>
        </p:nvPicPr>
        <p:blipFill>
          <a:blip r:embed="rId3"/>
          <a:stretch>
            <a:fillRect/>
          </a:stretch>
        </p:blipFill>
        <p:spPr>
          <a:xfrm>
            <a:off x="838546" y="1193455"/>
            <a:ext cx="7455866" cy="53766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68869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144A3-BC79-5C34-6046-103C13E6E4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9667A24-A1BF-00F5-FEB2-6673A8E9B3E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FE78840-D4B4-3E47-C3A8-51D97AB2577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0ED3773-75BA-167C-269B-6CA18361ED8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254F5CC-072F-BFCB-6343-19997135B79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30173B0F-60C2-5279-C15D-0884CF022886}"/>
              </a:ext>
            </a:extLst>
          </p:cNvPr>
          <p:cNvPicPr>
            <a:picLocks noChangeAspect="1"/>
          </p:cNvPicPr>
          <p:nvPr/>
        </p:nvPicPr>
        <p:blipFill>
          <a:blip r:embed="rId3"/>
          <a:stretch>
            <a:fillRect/>
          </a:stretch>
        </p:blipFill>
        <p:spPr>
          <a:xfrm>
            <a:off x="800100" y="1254442"/>
            <a:ext cx="7919720" cy="6305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4BC25605-53B2-4B3B-BDC2-30472308E67A}"/>
              </a:ext>
            </a:extLst>
          </p:cNvPr>
          <p:cNvPicPr>
            <a:picLocks noChangeAspect="1"/>
          </p:cNvPicPr>
          <p:nvPr/>
        </p:nvPicPr>
        <p:blipFill>
          <a:blip r:embed="rId4"/>
          <a:stretch>
            <a:fillRect/>
          </a:stretch>
        </p:blipFill>
        <p:spPr>
          <a:xfrm>
            <a:off x="802322" y="1895475"/>
            <a:ext cx="7915275" cy="45910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18502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6B6E0-4B03-072B-26ED-B6DE6CAA0E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602C97-DCDC-314E-E851-3D1B133DCCA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77D6142-BBCB-4DB6-6018-04D86DF7E3E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F24521E-E4D0-95F9-65B1-C5EDF4586A4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02B753A-2619-FCAE-DEB6-950ED9E31D0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03BFD221-44A0-56EE-AFC2-A5946D7ED30C}"/>
              </a:ext>
            </a:extLst>
          </p:cNvPr>
          <p:cNvPicPr>
            <a:picLocks noChangeAspect="1"/>
          </p:cNvPicPr>
          <p:nvPr/>
        </p:nvPicPr>
        <p:blipFill>
          <a:blip r:embed="rId3"/>
          <a:stretch>
            <a:fillRect/>
          </a:stretch>
        </p:blipFill>
        <p:spPr>
          <a:xfrm>
            <a:off x="838546" y="1264684"/>
            <a:ext cx="7610474" cy="520106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09049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619FD-21CA-0D08-1BAB-DEC98C8ABEB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DB44E3E-9CC6-A46D-BC23-39F16E2DBF6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63ED53C-9776-3FC3-F639-03430D7EB84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7221FE6-F7DA-B896-2CF3-95215D0AADE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E0EABE5-31F2-5E8A-A539-FD8A0B758C1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34060870-7E8E-D65F-D8F8-07B770C64C43}"/>
              </a:ext>
            </a:extLst>
          </p:cNvPr>
          <p:cNvPicPr>
            <a:picLocks noChangeAspect="1"/>
          </p:cNvPicPr>
          <p:nvPr/>
        </p:nvPicPr>
        <p:blipFill>
          <a:blip r:embed="rId3"/>
          <a:stretch>
            <a:fillRect/>
          </a:stretch>
        </p:blipFill>
        <p:spPr>
          <a:xfrm>
            <a:off x="818197" y="1207453"/>
            <a:ext cx="7700645" cy="52762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1495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E97C1-D193-B798-C0D0-9E9F557FB66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C2AE66C-E59E-E259-DE94-361B961B148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B147180-7EBA-854F-01AE-45B0ADABC86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7E97BE9-5EA8-5EB1-8FC9-F066A22979E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F7BFFE4-37E3-6927-8ECC-88EE051FB28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48A2A8F3-58DA-817E-B566-8EED67335207}"/>
              </a:ext>
            </a:extLst>
          </p:cNvPr>
          <p:cNvPicPr>
            <a:picLocks noChangeAspect="1"/>
          </p:cNvPicPr>
          <p:nvPr/>
        </p:nvPicPr>
        <p:blipFill>
          <a:blip r:embed="rId3"/>
          <a:stretch>
            <a:fillRect/>
          </a:stretch>
        </p:blipFill>
        <p:spPr>
          <a:xfrm>
            <a:off x="842962" y="1197928"/>
            <a:ext cx="7783195" cy="52749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37477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A34D1-3CC4-D006-E604-463921304D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1D3DC37-80F0-D43A-800F-BFE9A171822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4E0BF90-4772-3804-DDCB-45204F91C6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E0D15AE-2B51-B3ED-E7A2-BA61302C413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ED15644-934C-B662-FAFE-9C6BBD0DDE3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21054EA7-3AC6-4740-534C-66F55AC1DFAA}"/>
              </a:ext>
            </a:extLst>
          </p:cNvPr>
          <p:cNvPicPr>
            <a:picLocks noChangeAspect="1"/>
          </p:cNvPicPr>
          <p:nvPr/>
        </p:nvPicPr>
        <p:blipFill>
          <a:blip r:embed="rId3"/>
          <a:stretch>
            <a:fillRect/>
          </a:stretch>
        </p:blipFill>
        <p:spPr>
          <a:xfrm>
            <a:off x="842962" y="1256665"/>
            <a:ext cx="7823835" cy="50965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63498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889EE-472B-9446-B7B5-D94AD18763B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CA283BC-28F7-E1F2-97DD-19D3A9FFD94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905996C-AA2A-83E2-49DE-6C816508826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1E71A02-D6F5-4746-30EF-760A64320F3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B502707-6BF9-8D3A-0BF3-08383757AB0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04459327-184E-0EAF-448F-1F50AC8A3E80}"/>
              </a:ext>
            </a:extLst>
          </p:cNvPr>
          <p:cNvPicPr>
            <a:picLocks noChangeAspect="1"/>
          </p:cNvPicPr>
          <p:nvPr/>
        </p:nvPicPr>
        <p:blipFill>
          <a:blip r:embed="rId3"/>
          <a:stretch>
            <a:fillRect/>
          </a:stretch>
        </p:blipFill>
        <p:spPr>
          <a:xfrm>
            <a:off x="838546" y="1193455"/>
            <a:ext cx="7444822" cy="527726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30059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8D491-3692-378A-5305-B0B9CE6BE85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8ABD9E-14AE-2CE5-1651-78129B162DC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CEF3F4E-3DB7-605D-78F6-186874E86F6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37CA0AD-FCDB-F112-C904-58A95BEFA02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061AE79-553A-E374-44F1-5ADE96C24A7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E179F9D-3B3A-12AC-1A82-982272E63690}"/>
              </a:ext>
            </a:extLst>
          </p:cNvPr>
          <p:cNvPicPr>
            <a:picLocks noChangeAspect="1"/>
          </p:cNvPicPr>
          <p:nvPr/>
        </p:nvPicPr>
        <p:blipFill>
          <a:blip r:embed="rId3"/>
          <a:stretch>
            <a:fillRect/>
          </a:stretch>
        </p:blipFill>
        <p:spPr>
          <a:xfrm>
            <a:off x="850001" y="1272484"/>
            <a:ext cx="7620691" cy="52959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382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C589E-CCB4-FF17-133D-EF619E516FA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EADD1D3-72AE-B2D5-2B23-7042AA61D3E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B46E3B9-AB35-D9D4-C4FF-FE2EC8CA4BE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C8BF23D-9FBD-D183-A19B-27770BC198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933045C-10C6-DB03-C9CD-4BD4531AA87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F45DB5FB-8163-F33A-D65E-2E9A29636411}"/>
              </a:ext>
            </a:extLst>
          </p:cNvPr>
          <p:cNvPicPr>
            <a:picLocks noChangeAspect="1"/>
          </p:cNvPicPr>
          <p:nvPr/>
        </p:nvPicPr>
        <p:blipFill>
          <a:blip r:embed="rId3"/>
          <a:stretch>
            <a:fillRect/>
          </a:stretch>
        </p:blipFill>
        <p:spPr>
          <a:xfrm>
            <a:off x="782320" y="1183640"/>
            <a:ext cx="7772400" cy="53746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84588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B8A17-0665-997F-3A68-415DB206C98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BB03653-D442-753F-EACD-6194924C5E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A98BD6E-ABD8-5321-9F7F-497C866FD8C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7425CC5-07A7-BB1F-009D-E5F8D6025E0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C82F3E7-76F5-7244-8F1E-7C7441BD4A8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F9EABC28-4732-D895-367C-437628DAE058}"/>
              </a:ext>
            </a:extLst>
          </p:cNvPr>
          <p:cNvPicPr>
            <a:picLocks noChangeAspect="1"/>
          </p:cNvPicPr>
          <p:nvPr/>
        </p:nvPicPr>
        <p:blipFill>
          <a:blip r:embed="rId3"/>
          <a:stretch>
            <a:fillRect/>
          </a:stretch>
        </p:blipFill>
        <p:spPr>
          <a:xfrm>
            <a:off x="809826" y="1198880"/>
            <a:ext cx="7778349" cy="54660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11701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C2A8F-4356-84DD-4642-515E732E745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68C472-47F6-2DB0-3E15-8A4B675E09B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AC4914A-221B-D6CB-1DF5-EFA38B30815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9D4354D-C5EA-73E1-1AC0-C517EEEF4DE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0DFDB34-609B-0A46-5F3D-23129609987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30B53BB8-38CA-895E-41B6-B0D478485390}"/>
              </a:ext>
            </a:extLst>
          </p:cNvPr>
          <p:cNvPicPr>
            <a:picLocks noChangeAspect="1"/>
          </p:cNvPicPr>
          <p:nvPr/>
        </p:nvPicPr>
        <p:blipFill>
          <a:blip r:embed="rId3"/>
          <a:stretch>
            <a:fillRect/>
          </a:stretch>
        </p:blipFill>
        <p:spPr>
          <a:xfrm>
            <a:off x="780498" y="1255436"/>
            <a:ext cx="7395265" cy="53299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4797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E9FDD-84BE-DC40-8729-BD1F4D56E4A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2C27697-D640-3420-39C8-87FA9BCDA66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F78CA7E-AB8C-CF34-A2A8-A0E5170AC6E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AFBA536-A02B-861C-13A0-E2638883F24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D5A10A3-C7A1-9842-51F7-DAFE940302E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B0791AE-BDE1-F202-EE9D-32A1913EB7DB}"/>
              </a:ext>
            </a:extLst>
          </p:cNvPr>
          <p:cNvPicPr>
            <a:picLocks noChangeAspect="1"/>
          </p:cNvPicPr>
          <p:nvPr/>
        </p:nvPicPr>
        <p:blipFill>
          <a:blip r:embed="rId3"/>
          <a:stretch>
            <a:fillRect/>
          </a:stretch>
        </p:blipFill>
        <p:spPr>
          <a:xfrm>
            <a:off x="674894" y="1158530"/>
            <a:ext cx="7010125" cy="4548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209DE994-962F-4FB9-F681-D4D80124A923}"/>
              </a:ext>
            </a:extLst>
          </p:cNvPr>
          <p:cNvPicPr>
            <a:picLocks noChangeAspect="1"/>
          </p:cNvPicPr>
          <p:nvPr/>
        </p:nvPicPr>
        <p:blipFill>
          <a:blip r:embed="rId4"/>
          <a:stretch>
            <a:fillRect/>
          </a:stretch>
        </p:blipFill>
        <p:spPr>
          <a:xfrm>
            <a:off x="675585" y="1842191"/>
            <a:ext cx="7008743" cy="4569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3C74ECE5-6411-EC62-5CAE-37A0A42B72E6}"/>
              </a:ext>
            </a:extLst>
          </p:cNvPr>
          <p:cNvPicPr>
            <a:picLocks noChangeAspect="1"/>
          </p:cNvPicPr>
          <p:nvPr/>
        </p:nvPicPr>
        <p:blipFill>
          <a:blip r:embed="rId5"/>
          <a:stretch>
            <a:fillRect/>
          </a:stretch>
        </p:blipFill>
        <p:spPr>
          <a:xfrm>
            <a:off x="669654" y="2308087"/>
            <a:ext cx="7020606" cy="43621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D0B89ABB-3DE4-AE63-7281-0A5ECCB5BCB5}"/>
              </a:ext>
            </a:extLst>
          </p:cNvPr>
          <p:cNvPicPr>
            <a:picLocks noChangeAspect="1"/>
          </p:cNvPicPr>
          <p:nvPr/>
        </p:nvPicPr>
        <p:blipFill>
          <a:blip r:embed="rId6"/>
          <a:stretch>
            <a:fillRect/>
          </a:stretch>
        </p:blipFill>
        <p:spPr>
          <a:xfrm>
            <a:off x="8329335" y="1837359"/>
            <a:ext cx="3318980" cy="48287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18106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3F23C-CE99-7F9C-F91E-D4ADD62821A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60915EA-2F79-821C-6E55-3356244EF8F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01CDC18-B5DA-C276-EBB2-25B9601544E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D3ED37E-24C9-1F8E-E431-7075483AA54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DF231E8-3815-5123-6F09-046D49CF0AD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7CAE285-71E8-B8B7-1291-048B844F1F6B}"/>
              </a:ext>
            </a:extLst>
          </p:cNvPr>
          <p:cNvPicPr>
            <a:picLocks noChangeAspect="1"/>
          </p:cNvPicPr>
          <p:nvPr/>
        </p:nvPicPr>
        <p:blipFill>
          <a:blip r:embed="rId3"/>
          <a:stretch>
            <a:fillRect/>
          </a:stretch>
        </p:blipFill>
        <p:spPr>
          <a:xfrm>
            <a:off x="791541" y="1280698"/>
            <a:ext cx="6887265" cy="6743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B3EA8C47-C7BC-2110-6C8D-6391C8015F75}"/>
              </a:ext>
            </a:extLst>
          </p:cNvPr>
          <p:cNvPicPr>
            <a:picLocks noChangeAspect="1"/>
          </p:cNvPicPr>
          <p:nvPr/>
        </p:nvPicPr>
        <p:blipFill>
          <a:blip r:embed="rId4"/>
          <a:stretch>
            <a:fillRect/>
          </a:stretch>
        </p:blipFill>
        <p:spPr>
          <a:xfrm>
            <a:off x="794372" y="1958354"/>
            <a:ext cx="6881605" cy="45315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BAD4A1ED-9B47-CCBE-6E2C-ACCAEC7F9341}"/>
              </a:ext>
            </a:extLst>
          </p:cNvPr>
          <p:cNvPicPr>
            <a:picLocks noChangeAspect="1"/>
          </p:cNvPicPr>
          <p:nvPr/>
        </p:nvPicPr>
        <p:blipFill>
          <a:blip r:embed="rId5"/>
          <a:stretch>
            <a:fillRect/>
          </a:stretch>
        </p:blipFill>
        <p:spPr>
          <a:xfrm>
            <a:off x="8155677" y="1272761"/>
            <a:ext cx="3456471" cy="52180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97513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FB1AB-6058-0D18-FDB9-3F6B65A2839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524B05B-2052-07AF-6C4A-78D81FF5A23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1C4DF15-00E0-CAAB-270D-934085F8C14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12BD732-0086-1D4C-D343-F3F32BC255A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6329E16-AC1C-B9FE-DDD1-C53F99E53E9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F86314F6-83E2-2B64-EEEA-17DB4614FC3B}"/>
              </a:ext>
            </a:extLst>
          </p:cNvPr>
          <p:cNvPicPr>
            <a:picLocks noChangeAspect="1"/>
          </p:cNvPicPr>
          <p:nvPr/>
        </p:nvPicPr>
        <p:blipFill>
          <a:blip r:embed="rId3"/>
          <a:stretch>
            <a:fillRect/>
          </a:stretch>
        </p:blipFill>
        <p:spPr>
          <a:xfrm>
            <a:off x="815285" y="1195872"/>
            <a:ext cx="7071693" cy="7446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F6704981-3A05-38EE-59C6-C0910D107109}"/>
              </a:ext>
            </a:extLst>
          </p:cNvPr>
          <p:cNvPicPr>
            <a:picLocks noChangeAspect="1"/>
          </p:cNvPicPr>
          <p:nvPr/>
        </p:nvPicPr>
        <p:blipFill>
          <a:blip r:embed="rId4"/>
          <a:stretch>
            <a:fillRect/>
          </a:stretch>
        </p:blipFill>
        <p:spPr>
          <a:xfrm>
            <a:off x="816458" y="1945792"/>
            <a:ext cx="7069344" cy="45235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EC776BB1-CCEE-E607-40AA-F4E60A63BDED}"/>
              </a:ext>
            </a:extLst>
          </p:cNvPr>
          <p:cNvPicPr>
            <a:picLocks noChangeAspect="1"/>
          </p:cNvPicPr>
          <p:nvPr/>
        </p:nvPicPr>
        <p:blipFill>
          <a:blip r:embed="rId5"/>
          <a:stretch>
            <a:fillRect/>
          </a:stretch>
        </p:blipFill>
        <p:spPr>
          <a:xfrm>
            <a:off x="8155885" y="1196629"/>
            <a:ext cx="3710057" cy="52709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7878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AF4D6-169B-D88D-4B06-27CDAC83AB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3C55F3-6AC2-7500-BC68-3E87453C3B9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C518CC3-039E-E971-4E09-4D586143930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33180EC-44BA-DBD9-B727-5396C3E6CE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402769C-BA36-0141-5D89-B20D24D2A7A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F60BF120-BF8B-E624-F53C-A52247F9F6BF}"/>
              </a:ext>
            </a:extLst>
          </p:cNvPr>
          <p:cNvPicPr>
            <a:picLocks noChangeAspect="1"/>
          </p:cNvPicPr>
          <p:nvPr/>
        </p:nvPicPr>
        <p:blipFill>
          <a:blip r:embed="rId3"/>
          <a:stretch>
            <a:fillRect/>
          </a:stretch>
        </p:blipFill>
        <p:spPr>
          <a:xfrm>
            <a:off x="680554" y="1281182"/>
            <a:ext cx="7330109" cy="67337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FC6DC0C6-49DE-FF7A-57F5-7DD458D11FCC}"/>
              </a:ext>
            </a:extLst>
          </p:cNvPr>
          <p:cNvPicPr>
            <a:picLocks noChangeAspect="1"/>
          </p:cNvPicPr>
          <p:nvPr/>
        </p:nvPicPr>
        <p:blipFill>
          <a:blip r:embed="rId4"/>
          <a:stretch>
            <a:fillRect/>
          </a:stretch>
        </p:blipFill>
        <p:spPr>
          <a:xfrm>
            <a:off x="676551" y="1945999"/>
            <a:ext cx="7316028" cy="45231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46F47EA1-230F-2F25-E76D-FF7D7A6BAF74}"/>
              </a:ext>
            </a:extLst>
          </p:cNvPr>
          <p:cNvPicPr>
            <a:picLocks noChangeAspect="1"/>
          </p:cNvPicPr>
          <p:nvPr/>
        </p:nvPicPr>
        <p:blipFill>
          <a:blip r:embed="rId5"/>
          <a:stretch>
            <a:fillRect/>
          </a:stretch>
        </p:blipFill>
        <p:spPr>
          <a:xfrm>
            <a:off x="8312632" y="1278696"/>
            <a:ext cx="3584300" cy="51951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46584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38062-ACF6-05E4-F775-B4ED7CBC61E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66144A4-B70F-AE54-D83B-6D47346AB69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FC0334A-1B19-D560-3F40-BE23650D8AF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83A052F-1510-123D-4772-3171D18CA45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DBF654D-2C6B-5968-3422-86A0B252ECB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E55F2893-8587-2ABC-BA04-B6CF23A82FBD}"/>
              </a:ext>
            </a:extLst>
          </p:cNvPr>
          <p:cNvPicPr>
            <a:picLocks noChangeAspect="1"/>
          </p:cNvPicPr>
          <p:nvPr/>
        </p:nvPicPr>
        <p:blipFill>
          <a:blip r:embed="rId3"/>
          <a:stretch>
            <a:fillRect/>
          </a:stretch>
        </p:blipFill>
        <p:spPr>
          <a:xfrm>
            <a:off x="681246" y="1193938"/>
            <a:ext cx="6776554" cy="9582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9BD79693-4B65-6D1F-F5C3-5D2EC1A44CCB}"/>
              </a:ext>
            </a:extLst>
          </p:cNvPr>
          <p:cNvPicPr>
            <a:picLocks noChangeAspect="1"/>
          </p:cNvPicPr>
          <p:nvPr/>
        </p:nvPicPr>
        <p:blipFill>
          <a:blip r:embed="rId4"/>
          <a:stretch>
            <a:fillRect/>
          </a:stretch>
        </p:blipFill>
        <p:spPr>
          <a:xfrm>
            <a:off x="678277" y="2155617"/>
            <a:ext cx="6760403" cy="45125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E20E8E26-D2FA-4741-71AC-698C0850B18A}"/>
              </a:ext>
            </a:extLst>
          </p:cNvPr>
          <p:cNvPicPr>
            <a:picLocks noChangeAspect="1"/>
          </p:cNvPicPr>
          <p:nvPr/>
        </p:nvPicPr>
        <p:blipFill>
          <a:blip r:embed="rId5"/>
          <a:stretch>
            <a:fillRect/>
          </a:stretch>
        </p:blipFill>
        <p:spPr>
          <a:xfrm>
            <a:off x="7994563" y="1181652"/>
            <a:ext cx="3867048" cy="54886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9427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97C3-C81F-8234-EFE9-6949451D82B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B42460-88E0-1079-A213-38B06D97E5D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0B55126-0675-9E94-7FA9-AD7A3B97E4C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02534B6-EA0F-C2C6-7CA8-D856E3C0EA4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2E46F10-CF63-251B-3B8C-9377DDBB6FB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8556259C-9540-BB76-A255-14717BCB5F5E}"/>
              </a:ext>
            </a:extLst>
          </p:cNvPr>
          <p:cNvPicPr>
            <a:picLocks noChangeAspect="1"/>
          </p:cNvPicPr>
          <p:nvPr/>
        </p:nvPicPr>
        <p:blipFill>
          <a:blip r:embed="rId3"/>
          <a:stretch>
            <a:fillRect/>
          </a:stretch>
        </p:blipFill>
        <p:spPr>
          <a:xfrm>
            <a:off x="769937" y="1375327"/>
            <a:ext cx="6676474" cy="6838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CFCED1A3-D74D-2332-E9DC-151E5FFC0D98}"/>
              </a:ext>
            </a:extLst>
          </p:cNvPr>
          <p:cNvPicPr>
            <a:picLocks noChangeAspect="1"/>
          </p:cNvPicPr>
          <p:nvPr/>
        </p:nvPicPr>
        <p:blipFill>
          <a:blip r:embed="rId4"/>
          <a:stretch>
            <a:fillRect/>
          </a:stretch>
        </p:blipFill>
        <p:spPr>
          <a:xfrm>
            <a:off x="774424" y="2053811"/>
            <a:ext cx="6667500" cy="44510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846B1D62-2C07-DCDF-935E-5FAF2E5E68E4}"/>
              </a:ext>
            </a:extLst>
          </p:cNvPr>
          <p:cNvPicPr>
            <a:picLocks noChangeAspect="1"/>
          </p:cNvPicPr>
          <p:nvPr/>
        </p:nvPicPr>
        <p:blipFill>
          <a:blip r:embed="rId5"/>
          <a:stretch>
            <a:fillRect/>
          </a:stretch>
        </p:blipFill>
        <p:spPr>
          <a:xfrm>
            <a:off x="7861932" y="1369391"/>
            <a:ext cx="3856224" cy="51020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4220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457E0-6A37-6532-43E0-1644B2BA95C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E15A6BD-740B-E0D2-546C-055790F0FA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6B4B4A-BE02-D1DD-D46B-40805218C89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DC0EA83-5995-D0AF-6A93-6321876AEA7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181D588-49A1-FF4B-A501-B7D047EE458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837D8B67-95B9-264D-54D8-A7C7CC5C7F54}"/>
              </a:ext>
            </a:extLst>
          </p:cNvPr>
          <p:cNvPicPr>
            <a:picLocks noChangeAspect="1"/>
          </p:cNvPicPr>
          <p:nvPr/>
        </p:nvPicPr>
        <p:blipFill>
          <a:blip r:embed="rId3"/>
          <a:stretch>
            <a:fillRect/>
          </a:stretch>
        </p:blipFill>
        <p:spPr>
          <a:xfrm>
            <a:off x="677654" y="1202980"/>
            <a:ext cx="6684344" cy="7414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2FAE98DB-C099-2D6A-1096-696533CD74F5}"/>
              </a:ext>
            </a:extLst>
          </p:cNvPr>
          <p:cNvPicPr>
            <a:picLocks noChangeAspect="1"/>
          </p:cNvPicPr>
          <p:nvPr/>
        </p:nvPicPr>
        <p:blipFill>
          <a:blip r:embed="rId4"/>
          <a:stretch>
            <a:fillRect/>
          </a:stretch>
        </p:blipFill>
        <p:spPr>
          <a:xfrm>
            <a:off x="676551" y="1942548"/>
            <a:ext cx="6686550" cy="46404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89895763-0901-3704-1C86-8D5603D2E2E4}"/>
              </a:ext>
            </a:extLst>
          </p:cNvPr>
          <p:cNvPicPr>
            <a:picLocks noChangeAspect="1"/>
          </p:cNvPicPr>
          <p:nvPr/>
        </p:nvPicPr>
        <p:blipFill>
          <a:blip r:embed="rId5"/>
          <a:stretch>
            <a:fillRect/>
          </a:stretch>
        </p:blipFill>
        <p:spPr>
          <a:xfrm>
            <a:off x="7777279" y="1192695"/>
            <a:ext cx="3992398" cy="53892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5013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C92BF-62D7-E8B1-DD38-607DF66D841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B5382BA-1E6D-7007-CD91-A9580864B3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0347D2A-35E3-AAB3-AC29-8F2BD0C8244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5678307-CA93-6833-A8A2-BFEA03B92E3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BC63390-1637-48EE-152D-E737ED454EA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7937B466-97E7-8C64-7017-F5B3793AC39A}"/>
              </a:ext>
            </a:extLst>
          </p:cNvPr>
          <p:cNvPicPr>
            <a:picLocks noChangeAspect="1"/>
          </p:cNvPicPr>
          <p:nvPr/>
        </p:nvPicPr>
        <p:blipFill>
          <a:blip r:embed="rId3"/>
          <a:stretch>
            <a:fillRect/>
          </a:stretch>
        </p:blipFill>
        <p:spPr>
          <a:xfrm>
            <a:off x="677932" y="1284149"/>
            <a:ext cx="6838398" cy="81100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26C5B306-4826-5ABD-845E-645DDCC0F58F}"/>
              </a:ext>
            </a:extLst>
          </p:cNvPr>
          <p:cNvPicPr>
            <a:picLocks noChangeAspect="1"/>
          </p:cNvPicPr>
          <p:nvPr/>
        </p:nvPicPr>
        <p:blipFill>
          <a:blip r:embed="rId4"/>
          <a:stretch>
            <a:fillRect/>
          </a:stretch>
        </p:blipFill>
        <p:spPr>
          <a:xfrm>
            <a:off x="672893" y="2106682"/>
            <a:ext cx="6848475" cy="44005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373688C7-6263-ADD6-3F78-CB030CF0DE16}"/>
              </a:ext>
            </a:extLst>
          </p:cNvPr>
          <p:cNvPicPr>
            <a:picLocks noChangeAspect="1"/>
          </p:cNvPicPr>
          <p:nvPr/>
        </p:nvPicPr>
        <p:blipFill>
          <a:blip r:embed="rId5"/>
          <a:stretch>
            <a:fillRect/>
          </a:stretch>
        </p:blipFill>
        <p:spPr>
          <a:xfrm>
            <a:off x="7863472" y="1281043"/>
            <a:ext cx="4007751" cy="52235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9714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7CFFD-29AE-FD6A-4E86-445149D1718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FC3605A-3D72-B408-E6C9-57E3F1F74A2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E19464D-EAF8-45A7-2892-DF5275C8EFE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8E9A9DE-071B-2752-82A7-4339124F3C3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11F2FD0-BD48-0383-0E07-8681BA70ED6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3AC4A28C-7F67-C7CE-2F0A-B88AAC9C285B}"/>
              </a:ext>
            </a:extLst>
          </p:cNvPr>
          <p:cNvPicPr>
            <a:picLocks noChangeAspect="1"/>
          </p:cNvPicPr>
          <p:nvPr/>
        </p:nvPicPr>
        <p:blipFill>
          <a:blip r:embed="rId3"/>
          <a:stretch>
            <a:fillRect/>
          </a:stretch>
        </p:blipFill>
        <p:spPr>
          <a:xfrm>
            <a:off x="796028" y="1209952"/>
            <a:ext cx="5575163" cy="8268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E7E556F5-89D0-2BD8-9C37-B1F8F4BF1B2E}"/>
              </a:ext>
            </a:extLst>
          </p:cNvPr>
          <p:cNvPicPr>
            <a:picLocks noChangeAspect="1"/>
          </p:cNvPicPr>
          <p:nvPr/>
        </p:nvPicPr>
        <p:blipFill>
          <a:blip r:embed="rId4"/>
          <a:stretch>
            <a:fillRect/>
          </a:stretch>
        </p:blipFill>
        <p:spPr>
          <a:xfrm>
            <a:off x="796511" y="2021853"/>
            <a:ext cx="5574196" cy="44487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D7ACB856-E84A-D119-D169-18D58F6AFB1E}"/>
              </a:ext>
            </a:extLst>
          </p:cNvPr>
          <p:cNvPicPr>
            <a:picLocks noChangeAspect="1"/>
          </p:cNvPicPr>
          <p:nvPr/>
        </p:nvPicPr>
        <p:blipFill>
          <a:blip r:embed="rId5"/>
          <a:stretch>
            <a:fillRect/>
          </a:stretch>
        </p:blipFill>
        <p:spPr>
          <a:xfrm>
            <a:off x="6531322" y="2816640"/>
            <a:ext cx="5556663" cy="20529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5988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79160-B772-283F-7049-E99AA8E2C2D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65C521-E094-8F6B-8141-9A518EDE14F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0B60D97-290F-52E1-5A58-4E90A7AFBC6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64F6A34-A716-E57C-13B3-B1FE5575F67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B1D8D72-BA96-D78F-EAD9-C18B3785C21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88CC4E9E-4455-33F5-0804-E4B5947E6DC3}"/>
              </a:ext>
            </a:extLst>
          </p:cNvPr>
          <p:cNvPicPr>
            <a:picLocks noChangeAspect="1"/>
          </p:cNvPicPr>
          <p:nvPr/>
        </p:nvPicPr>
        <p:blipFill>
          <a:blip r:embed="rId3"/>
          <a:stretch>
            <a:fillRect/>
          </a:stretch>
        </p:blipFill>
        <p:spPr>
          <a:xfrm>
            <a:off x="680830" y="1189109"/>
            <a:ext cx="6744252" cy="5372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26322A3C-9C2A-2D5D-EDF9-2694ED6EC4FC}"/>
              </a:ext>
            </a:extLst>
          </p:cNvPr>
          <p:cNvPicPr>
            <a:picLocks noChangeAspect="1"/>
          </p:cNvPicPr>
          <p:nvPr/>
        </p:nvPicPr>
        <p:blipFill>
          <a:blip r:embed="rId4"/>
          <a:stretch>
            <a:fillRect/>
          </a:stretch>
        </p:blipFill>
        <p:spPr>
          <a:xfrm>
            <a:off x="672893" y="1749494"/>
            <a:ext cx="6749087" cy="49161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51ECBD4F-BC60-DE65-9381-82FF48C8DA77}"/>
              </a:ext>
            </a:extLst>
          </p:cNvPr>
          <p:cNvPicPr>
            <a:picLocks noChangeAspect="1"/>
          </p:cNvPicPr>
          <p:nvPr/>
        </p:nvPicPr>
        <p:blipFill>
          <a:blip r:embed="rId5"/>
          <a:stretch>
            <a:fillRect/>
          </a:stretch>
        </p:blipFill>
        <p:spPr>
          <a:xfrm>
            <a:off x="7694275" y="1192695"/>
            <a:ext cx="4169450" cy="54775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0555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1EC79-D116-343E-57E0-3E9FDB4089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58AD03-CABF-51A7-F8C7-4A1D7DBDFBA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BFF71AC-5BB3-719C-49FD-46B5AE71382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282BDA9-04D9-26FD-BCCA-A3FC3408168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CC57DDA-9E96-4D86-1250-986A4A368F1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C4937F57-9B97-DF58-EA10-3D17433E10C1}"/>
              </a:ext>
            </a:extLst>
          </p:cNvPr>
          <p:cNvPicPr>
            <a:picLocks noChangeAspect="1"/>
          </p:cNvPicPr>
          <p:nvPr/>
        </p:nvPicPr>
        <p:blipFill>
          <a:blip r:embed="rId3"/>
          <a:stretch>
            <a:fillRect/>
          </a:stretch>
        </p:blipFill>
        <p:spPr>
          <a:xfrm>
            <a:off x="676482" y="1206845"/>
            <a:ext cx="6576253" cy="7337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32EE9CD0-7A55-7B29-EBC4-A4C841B9F36C}"/>
              </a:ext>
            </a:extLst>
          </p:cNvPr>
          <p:cNvPicPr>
            <a:picLocks noChangeAspect="1"/>
          </p:cNvPicPr>
          <p:nvPr/>
        </p:nvPicPr>
        <p:blipFill>
          <a:blip r:embed="rId4"/>
          <a:stretch>
            <a:fillRect/>
          </a:stretch>
        </p:blipFill>
        <p:spPr>
          <a:xfrm>
            <a:off x="678484" y="1948001"/>
            <a:ext cx="6572250" cy="45412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68ED5D86-7A80-2703-093F-A454E1097671}"/>
              </a:ext>
            </a:extLst>
          </p:cNvPr>
          <p:cNvPicPr>
            <a:picLocks noChangeAspect="1"/>
          </p:cNvPicPr>
          <p:nvPr/>
        </p:nvPicPr>
        <p:blipFill>
          <a:blip r:embed="rId5"/>
          <a:stretch>
            <a:fillRect/>
          </a:stretch>
        </p:blipFill>
        <p:spPr>
          <a:xfrm>
            <a:off x="7582521" y="1210847"/>
            <a:ext cx="4404002" cy="52645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00004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86F2A-7FCA-AAD6-3069-6BCBDE9500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11056B2-26F2-3D6F-6064-6E354D44101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D92038B-FD32-B053-84B1-869B26AF852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443B0C8-648D-29D5-EB9D-97E3AE88728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36F3439-C66A-01CE-0465-8E47927908D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3C7A3C7F-F3A0-6942-3C96-DAFD8B2B3814}"/>
              </a:ext>
            </a:extLst>
          </p:cNvPr>
          <p:cNvPicPr>
            <a:picLocks noChangeAspect="1"/>
          </p:cNvPicPr>
          <p:nvPr/>
        </p:nvPicPr>
        <p:blipFill>
          <a:blip r:embed="rId3"/>
          <a:stretch>
            <a:fillRect/>
          </a:stretch>
        </p:blipFill>
        <p:spPr>
          <a:xfrm>
            <a:off x="675447" y="1208155"/>
            <a:ext cx="6512065" cy="7310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8002CAED-0E1A-F18A-A181-F7BA1F370BB6}"/>
              </a:ext>
            </a:extLst>
          </p:cNvPr>
          <p:cNvPicPr>
            <a:picLocks noChangeAspect="1"/>
          </p:cNvPicPr>
          <p:nvPr/>
        </p:nvPicPr>
        <p:blipFill>
          <a:blip r:embed="rId4"/>
          <a:stretch>
            <a:fillRect/>
          </a:stretch>
        </p:blipFill>
        <p:spPr>
          <a:xfrm>
            <a:off x="680209" y="1944066"/>
            <a:ext cx="6524625" cy="45601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1BA9658E-32F6-EDB4-7CF7-37B8BD5A0BB7}"/>
              </a:ext>
            </a:extLst>
          </p:cNvPr>
          <p:cNvPicPr>
            <a:picLocks noChangeAspect="1"/>
          </p:cNvPicPr>
          <p:nvPr/>
        </p:nvPicPr>
        <p:blipFill>
          <a:blip r:embed="rId5"/>
          <a:stretch>
            <a:fillRect/>
          </a:stretch>
        </p:blipFill>
        <p:spPr>
          <a:xfrm>
            <a:off x="7584112" y="1192695"/>
            <a:ext cx="4279341" cy="53119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8261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AFC84-0963-DC9A-5F9A-F2C0C6A4BD3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5C530B6-14CB-03FF-5C6F-FF686107906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6CD4B75-0F7C-8C32-B568-4010C30490C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9192C39-1D55-5D80-393E-21575AAD0AF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666711F-152F-BC99-57F3-5307631DB98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44E6FA68-4516-7E9C-34A4-7B38520AF453}"/>
              </a:ext>
            </a:extLst>
          </p:cNvPr>
          <p:cNvPicPr>
            <a:picLocks noChangeAspect="1"/>
          </p:cNvPicPr>
          <p:nvPr/>
        </p:nvPicPr>
        <p:blipFill>
          <a:blip r:embed="rId3"/>
          <a:stretch>
            <a:fillRect/>
          </a:stretch>
        </p:blipFill>
        <p:spPr>
          <a:xfrm>
            <a:off x="781948" y="1061624"/>
            <a:ext cx="7182541" cy="6597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269DB9F5-CC83-2551-BE13-6D7954E9DCB3}"/>
              </a:ext>
            </a:extLst>
          </p:cNvPr>
          <p:cNvPicPr>
            <a:picLocks noChangeAspect="1"/>
          </p:cNvPicPr>
          <p:nvPr/>
        </p:nvPicPr>
        <p:blipFill>
          <a:blip r:embed="rId4"/>
          <a:stretch>
            <a:fillRect/>
          </a:stretch>
        </p:blipFill>
        <p:spPr>
          <a:xfrm>
            <a:off x="780498" y="1728925"/>
            <a:ext cx="7185438" cy="49572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16D25BE8-4CE2-1A59-5EE3-ADB85C0DA961}"/>
              </a:ext>
            </a:extLst>
          </p:cNvPr>
          <p:cNvPicPr>
            <a:picLocks noChangeAspect="1"/>
          </p:cNvPicPr>
          <p:nvPr/>
        </p:nvPicPr>
        <p:blipFill>
          <a:blip r:embed="rId5"/>
          <a:stretch>
            <a:fillRect/>
          </a:stretch>
        </p:blipFill>
        <p:spPr>
          <a:xfrm>
            <a:off x="8206539" y="1060173"/>
            <a:ext cx="3785443" cy="56211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77074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858E1-1EF8-583B-E19C-F8064A9B02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79C09C5-1896-977B-7EFA-E252839E37B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6F2A29A-2328-EB2D-9FE2-6FDF15100D4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8C4C68F-D6AE-DB0D-5CD6-E2DF430B451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27CB13E-DDFA-C9F2-97FA-E63226F58D8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81F2EFEF-120A-6572-1853-DDA0BF7EC8DE}"/>
              </a:ext>
            </a:extLst>
          </p:cNvPr>
          <p:cNvPicPr>
            <a:picLocks noChangeAspect="1"/>
          </p:cNvPicPr>
          <p:nvPr/>
        </p:nvPicPr>
        <p:blipFill>
          <a:blip r:embed="rId3"/>
          <a:stretch>
            <a:fillRect/>
          </a:stretch>
        </p:blipFill>
        <p:spPr>
          <a:xfrm>
            <a:off x="680554" y="1207745"/>
            <a:ext cx="6656458" cy="7319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75916572-CA65-CA49-C750-248F9479EE4D}"/>
              </a:ext>
            </a:extLst>
          </p:cNvPr>
          <p:cNvPicPr>
            <a:picLocks noChangeAspect="1"/>
          </p:cNvPicPr>
          <p:nvPr/>
        </p:nvPicPr>
        <p:blipFill>
          <a:blip r:embed="rId4"/>
          <a:stretch>
            <a:fillRect/>
          </a:stretch>
        </p:blipFill>
        <p:spPr>
          <a:xfrm>
            <a:off x="678277" y="1944066"/>
            <a:ext cx="6638925" cy="45601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1DF315FC-35EC-7D83-F4C3-6E6AEF1BC41A}"/>
              </a:ext>
            </a:extLst>
          </p:cNvPr>
          <p:cNvPicPr>
            <a:picLocks noChangeAspect="1"/>
          </p:cNvPicPr>
          <p:nvPr/>
        </p:nvPicPr>
        <p:blipFill>
          <a:blip r:embed="rId5"/>
          <a:stretch>
            <a:fillRect/>
          </a:stretch>
        </p:blipFill>
        <p:spPr>
          <a:xfrm>
            <a:off x="7678916" y="1192695"/>
            <a:ext cx="4178080" cy="52898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6419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D68CD-36E1-0A22-37B9-DC4998EE840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1622C85-4397-50E6-F35F-0E102D26A09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7460C99-D95C-D967-4137-31B54B4DE18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A734C9F-FB49-53AD-2AC9-503F7B16607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D4E343B-CE58-FF8F-9FF6-42C8A3EE645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94BD20F3-E87E-D3AB-DFA2-48247A331189}"/>
              </a:ext>
            </a:extLst>
          </p:cNvPr>
          <p:cNvPicPr>
            <a:picLocks noChangeAspect="1"/>
          </p:cNvPicPr>
          <p:nvPr/>
        </p:nvPicPr>
        <p:blipFill>
          <a:blip r:embed="rId3"/>
          <a:stretch>
            <a:fillRect/>
          </a:stretch>
        </p:blipFill>
        <p:spPr>
          <a:xfrm>
            <a:off x="675377" y="1279388"/>
            <a:ext cx="6699941" cy="6769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FC2A295B-F077-E394-36B5-F73C251996DF}"/>
              </a:ext>
            </a:extLst>
          </p:cNvPr>
          <p:cNvPicPr>
            <a:picLocks noChangeAspect="1"/>
          </p:cNvPicPr>
          <p:nvPr/>
        </p:nvPicPr>
        <p:blipFill>
          <a:blip r:embed="rId4"/>
          <a:stretch>
            <a:fillRect/>
          </a:stretch>
        </p:blipFill>
        <p:spPr>
          <a:xfrm>
            <a:off x="675033" y="1952280"/>
            <a:ext cx="6700630" cy="47203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A939E873-44D6-E989-7B4A-B2CF6855B2F2}"/>
              </a:ext>
            </a:extLst>
          </p:cNvPr>
          <p:cNvPicPr>
            <a:picLocks noChangeAspect="1"/>
          </p:cNvPicPr>
          <p:nvPr/>
        </p:nvPicPr>
        <p:blipFill>
          <a:blip r:embed="rId5"/>
          <a:stretch>
            <a:fillRect/>
          </a:stretch>
        </p:blipFill>
        <p:spPr>
          <a:xfrm>
            <a:off x="7679656" y="1269999"/>
            <a:ext cx="4287037" cy="54002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636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37769-7FCB-BA39-DF04-53F02FF9991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98DCE2-677D-D444-CCF5-31CA4EC9CA6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DD982B2-6EB2-1A90-62AA-F151E525B69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C10CE3B-FBBB-01D0-6555-96AD90F48AB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4114B13-F07E-CDC8-1B1E-95C96BC7B13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C26BC770-34D3-1A9D-A56E-3090A661B644}"/>
              </a:ext>
            </a:extLst>
          </p:cNvPr>
          <p:cNvPicPr>
            <a:picLocks noChangeAspect="1"/>
          </p:cNvPicPr>
          <p:nvPr/>
        </p:nvPicPr>
        <p:blipFill>
          <a:blip r:embed="rId3"/>
          <a:stretch>
            <a:fillRect/>
          </a:stretch>
        </p:blipFill>
        <p:spPr>
          <a:xfrm>
            <a:off x="817217" y="1207724"/>
            <a:ext cx="9685131" cy="22117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EECAE74D-558A-FD3E-6890-FE63D6EE2150}"/>
              </a:ext>
            </a:extLst>
          </p:cNvPr>
          <p:cNvPicPr>
            <a:picLocks noChangeAspect="1"/>
          </p:cNvPicPr>
          <p:nvPr/>
        </p:nvPicPr>
        <p:blipFill>
          <a:blip r:embed="rId4"/>
          <a:stretch>
            <a:fillRect/>
          </a:stretch>
        </p:blipFill>
        <p:spPr>
          <a:xfrm>
            <a:off x="817217" y="3836152"/>
            <a:ext cx="9685131" cy="26643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7428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4A49B-867E-842F-5E74-2D1F6F87E2D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C479825-0CFD-789C-467F-484D258D354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C13CC69-8DD7-DA0E-2336-87CCE525100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96116FD-A920-52C1-72A0-D406B688143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7A6FA69-FBB1-C9AF-F7E7-2C86EE3B459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DB52D3FB-BE0E-FD4D-91FE-F160F1369FF4}"/>
              </a:ext>
            </a:extLst>
          </p:cNvPr>
          <p:cNvPicPr>
            <a:picLocks noChangeAspect="1"/>
          </p:cNvPicPr>
          <p:nvPr/>
        </p:nvPicPr>
        <p:blipFill>
          <a:blip r:embed="rId3"/>
          <a:stretch>
            <a:fillRect/>
          </a:stretch>
        </p:blipFill>
        <p:spPr>
          <a:xfrm>
            <a:off x="673652" y="1367789"/>
            <a:ext cx="9508435" cy="23112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601CCCEC-06AD-EB0B-A9A1-BF8C564710D2}"/>
              </a:ext>
            </a:extLst>
          </p:cNvPr>
          <p:cNvPicPr>
            <a:picLocks noChangeAspect="1"/>
          </p:cNvPicPr>
          <p:nvPr/>
        </p:nvPicPr>
        <p:blipFill>
          <a:blip r:embed="rId4"/>
          <a:stretch>
            <a:fillRect/>
          </a:stretch>
        </p:blipFill>
        <p:spPr>
          <a:xfrm>
            <a:off x="680278" y="3960984"/>
            <a:ext cx="9557657" cy="23494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14602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D83D2-B58E-0CBC-78C2-50F25D7996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633E975-6D0D-E705-B505-C447A3ED6FD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1BE204C-DDB4-E435-9DF7-208EE83C6C2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C4D7FB3-673D-A6F3-03B9-2478E6BECAB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356E866-E8F7-3CE6-838F-D017249715E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A6B2D258-9091-1992-A1B0-02FEFBBCE7D2}"/>
              </a:ext>
            </a:extLst>
          </p:cNvPr>
          <p:cNvPicPr>
            <a:picLocks noChangeAspect="1"/>
          </p:cNvPicPr>
          <p:nvPr/>
        </p:nvPicPr>
        <p:blipFill>
          <a:blip r:embed="rId3"/>
          <a:stretch>
            <a:fillRect/>
          </a:stretch>
        </p:blipFill>
        <p:spPr>
          <a:xfrm>
            <a:off x="827314" y="1270248"/>
            <a:ext cx="9416143" cy="2281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745B3DD7-D14B-0503-ED02-C2ABDC7065F2}"/>
              </a:ext>
            </a:extLst>
          </p:cNvPr>
          <p:cNvPicPr>
            <a:picLocks noChangeAspect="1"/>
          </p:cNvPicPr>
          <p:nvPr/>
        </p:nvPicPr>
        <p:blipFill>
          <a:blip r:embed="rId4"/>
          <a:stretch>
            <a:fillRect/>
          </a:stretch>
        </p:blipFill>
        <p:spPr>
          <a:xfrm>
            <a:off x="827315" y="3935060"/>
            <a:ext cx="9416142" cy="26237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359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1A1CC-DA44-942A-6049-6C08555054B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E801F2A-46FD-8EE8-FF05-BCC205C1F85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30DEEBD-8807-C508-1FB6-8E87F4DD6BD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8" name="Text Placeholder 30">
            <a:extLst>
              <a:ext uri="{FF2B5EF4-FFF2-40B4-BE49-F238E27FC236}">
                <a16:creationId xmlns:a16="http://schemas.microsoft.com/office/drawing/2014/main" id="{FF4AACC4-B0F6-EF0B-4A72-E1E0D3D3387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8030BA81-1AF0-AB62-F51B-9AE0911D2561}"/>
              </a:ext>
            </a:extLst>
          </p:cNvPr>
          <p:cNvPicPr>
            <a:picLocks noChangeAspect="1"/>
          </p:cNvPicPr>
          <p:nvPr/>
        </p:nvPicPr>
        <p:blipFill>
          <a:blip r:embed="rId3"/>
          <a:stretch>
            <a:fillRect/>
          </a:stretch>
        </p:blipFill>
        <p:spPr>
          <a:xfrm>
            <a:off x="914400" y="1270862"/>
            <a:ext cx="9731829" cy="23895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A15450E6-BC0B-A228-6FC7-BBDC4E15F7E2}"/>
              </a:ext>
            </a:extLst>
          </p:cNvPr>
          <p:cNvPicPr>
            <a:picLocks noChangeAspect="1"/>
          </p:cNvPicPr>
          <p:nvPr/>
        </p:nvPicPr>
        <p:blipFill>
          <a:blip r:embed="rId4"/>
          <a:stretch>
            <a:fillRect/>
          </a:stretch>
        </p:blipFill>
        <p:spPr>
          <a:xfrm>
            <a:off x="914400" y="3937469"/>
            <a:ext cx="9731828" cy="26297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5323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50651-476D-41A8-FB87-DEBC4C1F74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2C7A57E-3C5B-139C-6829-FA464A5937B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5F1654-ECC0-2FA6-A9A0-33E3702C20E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4D763CE-4FD8-8318-F381-677281F3A58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200DF0B-1B43-2B4D-E262-9C28A9DC4EC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EAE95DE2-AAB9-F5F3-B287-4CB28B146E86}"/>
              </a:ext>
            </a:extLst>
          </p:cNvPr>
          <p:cNvPicPr>
            <a:picLocks noChangeAspect="1"/>
          </p:cNvPicPr>
          <p:nvPr/>
        </p:nvPicPr>
        <p:blipFill>
          <a:blip r:embed="rId3"/>
          <a:stretch>
            <a:fillRect/>
          </a:stretch>
        </p:blipFill>
        <p:spPr>
          <a:xfrm>
            <a:off x="816428" y="1277595"/>
            <a:ext cx="9699172" cy="22127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2C5C1029-A478-7805-8A16-BA222ACCDC87}"/>
              </a:ext>
            </a:extLst>
          </p:cNvPr>
          <p:cNvPicPr>
            <a:picLocks noChangeAspect="1"/>
          </p:cNvPicPr>
          <p:nvPr/>
        </p:nvPicPr>
        <p:blipFill>
          <a:blip r:embed="rId4"/>
          <a:stretch>
            <a:fillRect/>
          </a:stretch>
        </p:blipFill>
        <p:spPr>
          <a:xfrm>
            <a:off x="816428" y="3944146"/>
            <a:ext cx="9699171" cy="25184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86554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8F21E-7BCD-4B44-4ADB-EC0635ED1D6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C193264-86B5-7D3C-D491-0487B37F1B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50BAA84-88E1-BE70-C924-1E0498BA1FC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51DABFA-BFB6-F505-7906-1FB12AD210C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8DB3666-9621-3FF7-0D9B-9C13EB302CB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C64A7BF1-3EC3-7D54-AB92-4B1F03D86A98}"/>
              </a:ext>
            </a:extLst>
          </p:cNvPr>
          <p:cNvPicPr>
            <a:picLocks noChangeAspect="1"/>
          </p:cNvPicPr>
          <p:nvPr/>
        </p:nvPicPr>
        <p:blipFill>
          <a:blip r:embed="rId3"/>
          <a:stretch>
            <a:fillRect/>
          </a:stretch>
        </p:blipFill>
        <p:spPr>
          <a:xfrm>
            <a:off x="881743" y="1202331"/>
            <a:ext cx="9655628" cy="23741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5C1166C5-AF02-547A-C09B-5D804FE952BE}"/>
              </a:ext>
            </a:extLst>
          </p:cNvPr>
          <p:cNvPicPr>
            <a:picLocks noChangeAspect="1"/>
          </p:cNvPicPr>
          <p:nvPr/>
        </p:nvPicPr>
        <p:blipFill>
          <a:blip r:embed="rId4"/>
          <a:stretch>
            <a:fillRect/>
          </a:stretch>
        </p:blipFill>
        <p:spPr>
          <a:xfrm>
            <a:off x="881743" y="3901566"/>
            <a:ext cx="9655628" cy="27451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949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5B481-1746-94D5-E853-BD0F97D4EA5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8BE2C47-F28F-16F7-2A14-C2F7F35D7FC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92572F5-133D-DFCC-75EB-EF294E8A84D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CD37F9D-407A-7E1C-5846-7F44D5944F1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0CCEF11-4301-754B-EFA3-7AD00D13D47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39851A0B-E313-6C66-FF5E-9436F7265A25}"/>
              </a:ext>
            </a:extLst>
          </p:cNvPr>
          <p:cNvPicPr>
            <a:picLocks noChangeAspect="1"/>
          </p:cNvPicPr>
          <p:nvPr/>
        </p:nvPicPr>
        <p:blipFill>
          <a:blip r:embed="rId3"/>
          <a:stretch>
            <a:fillRect/>
          </a:stretch>
        </p:blipFill>
        <p:spPr>
          <a:xfrm>
            <a:off x="678317" y="1211035"/>
            <a:ext cx="8952138" cy="7239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BE886DFC-3E61-1B03-5180-AD9BB2CDFB5F}"/>
              </a:ext>
            </a:extLst>
          </p:cNvPr>
          <p:cNvPicPr>
            <a:picLocks noChangeAspect="1"/>
          </p:cNvPicPr>
          <p:nvPr/>
        </p:nvPicPr>
        <p:blipFill>
          <a:blip r:embed="rId4"/>
          <a:srcRect t="140" r="206" b="91973"/>
          <a:stretch>
            <a:fillRect/>
          </a:stretch>
        </p:blipFill>
        <p:spPr>
          <a:xfrm>
            <a:off x="680474" y="2218888"/>
            <a:ext cx="8969600" cy="5125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9739D501-D6E2-44A2-F034-5FC9435CA94B}"/>
              </a:ext>
            </a:extLst>
          </p:cNvPr>
          <p:cNvPicPr>
            <a:picLocks noChangeAspect="1"/>
          </p:cNvPicPr>
          <p:nvPr/>
        </p:nvPicPr>
        <p:blipFill>
          <a:blip r:embed="rId4"/>
          <a:srcRect t="61905" r="206"/>
          <a:stretch>
            <a:fillRect/>
          </a:stretch>
        </p:blipFill>
        <p:spPr>
          <a:xfrm>
            <a:off x="680474" y="2732315"/>
            <a:ext cx="8969600" cy="36358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4356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D0E86-1D07-04AC-2AFC-B8B883989E5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8992D3-A1AF-F1F3-C788-AAC70D42EF6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7825FDA-4738-2DA2-32E5-C2C824EF31D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7DD2196-7201-22AE-E234-D5E034BDA96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DD5FA1E-9AAA-63FF-0BF6-3E744D75DF1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A9D6A2C9-4DEB-F3D2-0285-F966DA762E61}"/>
              </a:ext>
            </a:extLst>
          </p:cNvPr>
          <p:cNvPicPr>
            <a:picLocks noChangeAspect="1"/>
          </p:cNvPicPr>
          <p:nvPr/>
        </p:nvPicPr>
        <p:blipFill>
          <a:blip r:embed="rId3"/>
          <a:srcRect r="-197" b="92698"/>
          <a:stretch>
            <a:fillRect/>
          </a:stretch>
        </p:blipFill>
        <p:spPr>
          <a:xfrm>
            <a:off x="904527" y="1436914"/>
            <a:ext cx="9359708" cy="6749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19C16F87-1035-711F-2F15-3678DC4A864D}"/>
              </a:ext>
            </a:extLst>
          </p:cNvPr>
          <p:cNvPicPr>
            <a:picLocks noChangeAspect="1"/>
          </p:cNvPicPr>
          <p:nvPr/>
        </p:nvPicPr>
        <p:blipFill>
          <a:blip r:embed="rId3"/>
          <a:srcRect t="68095" r="-197"/>
          <a:stretch>
            <a:fillRect/>
          </a:stretch>
        </p:blipFill>
        <p:spPr>
          <a:xfrm>
            <a:off x="904527" y="2144486"/>
            <a:ext cx="9359708" cy="41256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2421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0D10B-A159-822F-059E-C4A2F3E2C04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81DB11C-F46B-B533-A923-D3B0777CB85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F0F45E4-52EF-1513-DD9B-2186FF458B2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3B2415E-A1CB-84E9-84B2-EA500E68003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37E4F00-C17E-DCB4-A37D-9541FB7A45E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273DE92C-9D7B-3F15-2D74-90DB7F8FA225}"/>
              </a:ext>
            </a:extLst>
          </p:cNvPr>
          <p:cNvPicPr>
            <a:picLocks noChangeAspect="1"/>
          </p:cNvPicPr>
          <p:nvPr/>
        </p:nvPicPr>
        <p:blipFill>
          <a:blip r:embed="rId3"/>
          <a:srcRect r="-199" b="93016"/>
          <a:stretch>
            <a:fillRect/>
          </a:stretch>
        </p:blipFill>
        <p:spPr>
          <a:xfrm>
            <a:off x="678724" y="1458686"/>
            <a:ext cx="9234362" cy="9470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857483D9-D603-E9C4-DFF3-7C4F27E167DC}"/>
              </a:ext>
            </a:extLst>
          </p:cNvPr>
          <p:cNvPicPr>
            <a:picLocks noChangeAspect="1"/>
          </p:cNvPicPr>
          <p:nvPr/>
        </p:nvPicPr>
        <p:blipFill>
          <a:blip r:embed="rId3"/>
          <a:srcRect t="66349" r="-199"/>
          <a:stretch>
            <a:fillRect/>
          </a:stretch>
        </p:blipFill>
        <p:spPr>
          <a:xfrm>
            <a:off x="678724" y="2416629"/>
            <a:ext cx="9234362" cy="38753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026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3FE74-7D59-7967-3A99-B046D4E3DB2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89786A3-DA55-A43B-78A1-18382C2843A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8E58EA0-EC7A-AFE0-D73E-DCF38A062C2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6F472A9-F549-4AB6-2114-DC4CFED9981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4C284E0-9DC5-384A-CF02-BDF87E4CC50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973E8BDA-9366-CCE5-A5F8-5B9D9EB390BC}"/>
              </a:ext>
            </a:extLst>
          </p:cNvPr>
          <p:cNvPicPr>
            <a:picLocks noChangeAspect="1"/>
          </p:cNvPicPr>
          <p:nvPr/>
        </p:nvPicPr>
        <p:blipFill>
          <a:blip r:embed="rId3"/>
          <a:srcRect r="-213" b="92698"/>
          <a:stretch>
            <a:fillRect/>
          </a:stretch>
        </p:blipFill>
        <p:spPr>
          <a:xfrm>
            <a:off x="817049" y="1273628"/>
            <a:ext cx="9164554" cy="6749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E0D3B7D2-12BE-DEBB-C997-F5927ADD717A}"/>
              </a:ext>
            </a:extLst>
          </p:cNvPr>
          <p:cNvPicPr>
            <a:picLocks noChangeAspect="1"/>
          </p:cNvPicPr>
          <p:nvPr/>
        </p:nvPicPr>
        <p:blipFill>
          <a:blip r:embed="rId3"/>
          <a:srcRect t="55238" r="-213"/>
          <a:stretch>
            <a:fillRect/>
          </a:stretch>
        </p:blipFill>
        <p:spPr>
          <a:xfrm>
            <a:off x="817049" y="1959429"/>
            <a:ext cx="9164553" cy="47026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42695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32A0F-2582-080F-F14C-3D1CEDAC75B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9FA0A08-CD19-6B52-C5D8-99DB5A2D0D8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199BED9-8305-2DE1-2B65-FCAA63D8E458}"/>
              </a:ext>
            </a:extLst>
          </p:cNvPr>
          <p:cNvSpPr>
            <a:spLocks noGrp="1"/>
          </p:cNvSpPr>
          <p:nvPr>
            <p:ph type="title"/>
          </p:nvPr>
        </p:nvSpPr>
        <p:spPr>
          <a:xfrm>
            <a:off x="675957" y="370589"/>
            <a:ext cx="4790123" cy="881797"/>
          </a:xfrm>
        </p:spPr>
        <p:txBody>
          <a:bodyPr>
            <a:normAutofit/>
          </a:bodyPr>
          <a:lstStyle/>
          <a:p>
            <a:r>
              <a:rPr lang="en-GB" dirty="0"/>
              <a:t>GitHub Link </a:t>
            </a:r>
            <a:endParaRPr lang="en-IN" dirty="0"/>
          </a:p>
        </p:txBody>
      </p:sp>
      <p:sp>
        <p:nvSpPr>
          <p:cNvPr id="7" name="Text Placeholder 30">
            <a:extLst>
              <a:ext uri="{FF2B5EF4-FFF2-40B4-BE49-F238E27FC236}">
                <a16:creationId xmlns:a16="http://schemas.microsoft.com/office/drawing/2014/main" id="{FA768BE2-AD39-C23C-B6E5-B3E6F9E61CE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2574190-0CEC-08CE-DCC2-92C57C3C70B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7809D41-2ADC-A795-1E34-837FF2AABD3C}"/>
              </a:ext>
            </a:extLst>
          </p:cNvPr>
          <p:cNvSpPr txBox="1"/>
          <p:nvPr/>
        </p:nvSpPr>
        <p:spPr>
          <a:xfrm>
            <a:off x="796471" y="2424974"/>
            <a:ext cx="105999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mn-lt"/>
                <a:cs typeface="+mn-lt"/>
                <a:hlinkClick r:id="rId3"/>
              </a:rPr>
              <a:t>https://github.com/Adrika-Chattopadhyay/Healthcare-Analytics-for-Doctor-Visits.git</a:t>
            </a:r>
            <a:endParaRPr lang="en-US">
              <a:ea typeface="+mn-lt"/>
              <a:cs typeface="+mn-lt"/>
            </a:endParaRPr>
          </a:p>
          <a:p>
            <a:endParaRPr lang="en-US" dirty="0"/>
          </a:p>
        </p:txBody>
      </p:sp>
    </p:spTree>
    <p:extLst>
      <p:ext uri="{BB962C8B-B14F-4D97-AF65-F5344CB8AC3E}">
        <p14:creationId xmlns:p14="http://schemas.microsoft.com/office/powerpoint/2010/main" val="401610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623733" y="1930573"/>
            <a:ext cx="8764016" cy="4286392"/>
          </a:xfrm>
          <a:noFill/>
          <a:ln>
            <a:noFill/>
          </a:ln>
        </p:spPr>
        <p:txBody>
          <a:bodyPr vert="horz" lIns="91440" tIns="45720" rIns="91440" bIns="45720" rtlCol="0" anchor="t">
            <a:normAutofit/>
          </a:bodyPr>
          <a:lstStyle/>
          <a:p>
            <a:pPr algn="just">
              <a:lnSpc>
                <a:spcPct val="150000"/>
              </a:lnSpc>
            </a:pPr>
            <a:r>
              <a:rPr lang="en-IN" sz="2800" b="0">
                <a:solidFill>
                  <a:schemeClr val="tx1"/>
                </a:solidFill>
              </a:rPr>
              <a:t>I sincerely thank my mentors for their guidance and support throughout this data analytics internship. I am grateful to the organisation for providing me with the opportunity to apply my skills in a practical setting, which has greatly enhanced my learning and professional growth.</a:t>
            </a:r>
            <a:endParaRPr lang="en-US" sz="2800">
              <a:solidFill>
                <a:schemeClr val="tx1"/>
              </a:solidFill>
            </a:endParaRPr>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549</TotalTime>
  <Words>36</Words>
  <Application>Microsoft Office PowerPoint</Application>
  <PresentationFormat>Widescreen</PresentationFormat>
  <Paragraphs>13</Paragraphs>
  <Slides>71</Slides>
  <Notes>1</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Facet</vt:lpstr>
      <vt:lpstr>Healthcare Analytics for Doctor Visits_TIRTC </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GitHub Link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hp</cp:lastModifiedBy>
  <cp:revision>882</cp:revision>
  <dcterms:created xsi:type="dcterms:W3CDTF">2021-07-11T13:13:15Z</dcterms:created>
  <dcterms:modified xsi:type="dcterms:W3CDTF">2026-10-08T10:45:06Z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